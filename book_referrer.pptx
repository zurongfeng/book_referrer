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handoutMasterIdLst>
    <p:handoutMasterId r:id="rId9"/>
  </p:handoutMasterIdLst>
  <p:sldIdLst>
    <p:sldId id="261" r:id="rId3"/>
    <p:sldId id="256" r:id="rId4"/>
    <p:sldId id="266" r:id="rId6"/>
    <p:sldId id="267" r:id="rId7"/>
    <p:sldId id="257" r:id="rId8"/>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PS" initials="W" lastIdx="1" clrIdx="0"/>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CEDFF"/>
    <a:srgbClr val="6495ED"/>
    <a:srgbClr val="233073"/>
    <a:srgbClr val="262626"/>
    <a:srgbClr val="FFEFC8"/>
    <a:srgbClr val="B2B2B2"/>
    <a:srgbClr val="202020"/>
    <a:srgbClr val="323232"/>
    <a:srgbClr val="CC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80" autoAdjust="0"/>
    <p:restoredTop sz="86374"/>
  </p:normalViewPr>
  <p:slideViewPr>
    <p:cSldViewPr snapToGrid="0" showGuides="1">
      <p:cViewPr varScale="1">
        <p:scale>
          <a:sx n="127" d="100"/>
          <a:sy n="127" d="100"/>
        </p:scale>
        <p:origin x="1952" y="184"/>
      </p:cViewPr>
      <p:guideLst>
        <p:guide orient="horz" pos="2160"/>
        <p:guide pos="3842"/>
      </p:guideLst>
    </p:cSldViewPr>
  </p:slideViewPr>
  <p:outlineViewPr>
    <p:cViewPr>
      <p:scale>
        <a:sx n="33" d="100"/>
        <a:sy n="33" d="100"/>
      </p:scale>
      <p:origin x="0" y="0"/>
    </p:cViewPr>
  </p:outlin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handoutMaster" Target="handoutMasters/handoutMaster1.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commentAuthors" Target="commentAuthors.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85D0DACE-38E0-42D2-9336-2B707D34BC6D}"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2400">
                <a:solidFill>
                  <a:schemeClr val="tx1">
                    <a:lumMod val="75000"/>
                    <a:lumOff val="25000"/>
                  </a:schemeClr>
                </a:solidFill>
                <a:effectLst/>
                <a:latin typeface="+mn-ea"/>
                <a:ea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4400" b="0">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800">
                <a:solidFill>
                  <a:schemeClr val="tx1">
                    <a:lumMod val="75000"/>
                    <a:lumOff val="25000"/>
                  </a:schemeClr>
                </a:solidFill>
              </a:defRPr>
            </a:lvl1pPr>
            <a:lvl2pPr>
              <a:defRPr sz="2400">
                <a:solidFill>
                  <a:schemeClr val="tx1">
                    <a:lumMod val="75000"/>
                    <a:lumOff val="25000"/>
                  </a:schemeClr>
                </a:solidFill>
              </a:defRPr>
            </a:lvl2pPr>
            <a:lvl3pPr>
              <a:defRPr sz="2000">
                <a:solidFill>
                  <a:schemeClr val="tx1">
                    <a:lumMod val="75000"/>
                    <a:lumOff val="25000"/>
                  </a:schemeClr>
                </a:solidFill>
              </a:defRPr>
            </a:lvl3pPr>
            <a:lvl4pPr>
              <a:defRPr sz="1800">
                <a:solidFill>
                  <a:schemeClr val="tx1">
                    <a:lumMod val="75000"/>
                    <a:lumOff val="25000"/>
                  </a:schemeClr>
                </a:solidFill>
              </a:defRPr>
            </a:lvl4pPr>
            <a:lvl5pPr>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49" y="469127"/>
            <a:ext cx="10307927" cy="4093347"/>
          </a:xfrm>
        </p:spPr>
        <p:txBody>
          <a:bodyPr anchor="b">
            <a:normAutofit/>
          </a:bodyPr>
          <a:lstStyle>
            <a:lvl1pPr>
              <a:defRPr sz="6000">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10307926" cy="647555"/>
          </a:xfrm>
        </p:spPr>
        <p:txBody>
          <a:bodyPr>
            <a:normAutofit/>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4400" b="0" i="0">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90000"/>
              </a:lnSpc>
              <a:defRPr sz="2800">
                <a:solidFill>
                  <a:schemeClr val="tx1">
                    <a:lumMod val="75000"/>
                    <a:lumOff val="25000"/>
                  </a:schemeClr>
                </a:solidFill>
              </a:defRPr>
            </a:lvl1pPr>
            <a:lvl2pPr>
              <a:lnSpc>
                <a:spcPct val="90000"/>
              </a:lnSpc>
              <a:defRPr sz="2400">
                <a:solidFill>
                  <a:schemeClr val="tx1">
                    <a:lumMod val="75000"/>
                    <a:lumOff val="25000"/>
                  </a:schemeClr>
                </a:solidFill>
              </a:defRPr>
            </a:lvl2pPr>
            <a:lvl3pPr>
              <a:lnSpc>
                <a:spcPct val="90000"/>
              </a:lnSpc>
              <a:defRPr sz="2000">
                <a:solidFill>
                  <a:schemeClr val="tx1">
                    <a:lumMod val="75000"/>
                    <a:lumOff val="25000"/>
                  </a:schemeClr>
                </a:solidFill>
              </a:defRPr>
            </a:lvl3pPr>
            <a:lvl4pPr>
              <a:lnSpc>
                <a:spcPct val="90000"/>
              </a:lnSpc>
              <a:defRPr sz="1800">
                <a:solidFill>
                  <a:schemeClr val="tx1">
                    <a:lumMod val="75000"/>
                    <a:lumOff val="25000"/>
                  </a:schemeClr>
                </a:solidFill>
              </a:defRPr>
            </a:lvl4pPr>
            <a:lvl5pPr>
              <a:lnSpc>
                <a:spcPct val="90000"/>
              </a:lnSpc>
              <a:defRPr sz="18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9788" y="1744961"/>
            <a:ext cx="5157787"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norm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400" b="0">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3200" b="0">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4400"/>
            </a:lvl1pPr>
          </a:lstStyle>
          <a:p>
            <a:r>
              <a:rPr lang="zh-CN" altLang="en-US" dirty="0"/>
              <a:t>单击此处编辑母版标题样式</a:t>
            </a:r>
            <a:endParaRPr lang="zh-CN" altLang="en-US" dirty="0"/>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EFC8"/>
        </a:solidFill>
        <a:effectLst/>
      </p:bgPr>
    </p:bg>
    <p:spTree>
      <p:nvGrpSpPr>
        <p:cNvPr id="1" name=""/>
        <p:cNvGrpSpPr/>
        <p:nvPr/>
      </p:nvGrpSpPr>
      <p:grpSpPr/>
      <p:sp>
        <p:nvSpPr>
          <p:cNvPr id="2" name="标题 1"/>
          <p:cNvSpPr>
            <a:spLocks noGrp="1"/>
          </p:cNvSpPr>
          <p:nvPr>
            <p:ph type="ctrTitle"/>
          </p:nvPr>
        </p:nvSpPr>
        <p:spPr>
          <a:xfrm>
            <a:off x="1524000" y="1752857"/>
            <a:ext cx="9144000" cy="2187001"/>
          </a:xfrm>
        </p:spPr>
        <p:txBody>
          <a:bodyPr>
            <a:normAutofit fontScale="90000"/>
          </a:bodyPr>
          <a:p>
            <a:r>
              <a:rPr lang="en-US" altLang="zh-CN" sz="6700">
                <a:latin typeface="Times New Roman Regular" panose="02020503050405090304" charset="0"/>
                <a:ea typeface="楷体" charset="0"/>
                <a:cs typeface="Times New Roman Regular" panose="02020503050405090304" charset="0"/>
              </a:rPr>
              <a:t>BOOK</a:t>
            </a:r>
            <a:r>
              <a:rPr lang="zh-CN" altLang="en-US" sz="6700">
                <a:latin typeface="Times New Roman Regular" panose="02020503050405090304" charset="0"/>
                <a:ea typeface="楷体" charset="0"/>
                <a:cs typeface="Times New Roman Regular" panose="02020503050405090304" charset="0"/>
              </a:rPr>
              <a:t>读书</a:t>
            </a:r>
            <a:br>
              <a:rPr lang="en-US" altLang="zh-CN" sz="6700">
                <a:latin typeface="Times New Roman Regular" panose="02020503050405090304" charset="0"/>
                <a:ea typeface="楷体" charset="0"/>
                <a:cs typeface="Times New Roman Regular" panose="02020503050405090304" charset="0"/>
              </a:rPr>
            </a:br>
            <a:r>
              <a:rPr lang="zh-CN" altLang="en-US">
                <a:latin typeface="Times New Roman Regular" panose="02020503050405090304" charset="0"/>
                <a:ea typeface="楷体" charset="0"/>
                <a:cs typeface="Times New Roman Regular" panose="02020503050405090304" charset="0"/>
              </a:rPr>
              <a:t>不可一日不读书</a:t>
            </a:r>
            <a:endParaRPr lang="zh-CN" altLang="en-US">
              <a:latin typeface="Times New Roman Regular" panose="02020503050405090304" charset="0"/>
              <a:ea typeface="楷体" charset="0"/>
              <a:cs typeface="Times New Roman Regular" panose="02020503050405090304" charset="0"/>
            </a:endParaRPr>
          </a:p>
        </p:txBody>
      </p:sp>
      <p:sp>
        <p:nvSpPr>
          <p:cNvPr id="3" name="副标题 2"/>
          <p:cNvSpPr>
            <a:spLocks noGrp="1"/>
          </p:cNvSpPr>
          <p:nvPr>
            <p:ph type="subTitle" idx="1"/>
          </p:nvPr>
        </p:nvSpPr>
        <p:spPr>
          <a:xfrm>
            <a:off x="1524000" y="4641850"/>
            <a:ext cx="9144000" cy="781050"/>
          </a:xfrm>
        </p:spPr>
        <p:txBody>
          <a:bodyPr/>
          <a:p>
            <a:r>
              <a:rPr lang="zh-CN" altLang="en-US">
                <a:latin typeface="楷体" charset="0"/>
                <a:ea typeface="楷体" charset="0"/>
              </a:rPr>
              <a:t>根据今日天气和你此刻</a:t>
            </a:r>
            <a:r>
              <a:rPr lang="zh-CN" altLang="en-US">
                <a:latin typeface="楷体" charset="0"/>
                <a:ea typeface="楷体" charset="0"/>
              </a:rPr>
              <a:t>的心情，为你推荐一本书。</a:t>
            </a:r>
            <a:endParaRPr lang="zh-CN" altLang="en-US">
              <a:latin typeface="楷体" charset="0"/>
              <a:ea typeface="楷体"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组合 20"/>
          <p:cNvGrpSpPr/>
          <p:nvPr/>
        </p:nvGrpSpPr>
        <p:grpSpPr>
          <a:xfrm>
            <a:off x="0" y="0"/>
            <a:ext cx="4032250" cy="6858000"/>
            <a:chOff x="0" y="0"/>
            <a:chExt cx="6350" cy="10800"/>
          </a:xfrm>
        </p:grpSpPr>
        <p:sp>
          <p:nvSpPr>
            <p:cNvPr id="4" name="矩形 3"/>
            <p:cNvSpPr/>
            <p:nvPr/>
          </p:nvSpPr>
          <p:spPr>
            <a:xfrm>
              <a:off x="0" y="0"/>
              <a:ext cx="6350" cy="10801"/>
            </a:xfrm>
            <a:prstGeom prst="rect">
              <a:avLst/>
            </a:prstGeom>
            <a:solidFill>
              <a:schemeClr val="tx1">
                <a:lumMod val="85000"/>
                <a:lumOff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lumMod val="85000"/>
                    <a:lumOff val="15000"/>
                  </a:schemeClr>
                </a:solidFill>
              </a:endParaRPr>
            </a:p>
          </p:txBody>
        </p:sp>
        <p:sp>
          <p:nvSpPr>
            <p:cNvPr id="8" name="文本框 7"/>
            <p:cNvSpPr txBox="1"/>
            <p:nvPr/>
          </p:nvSpPr>
          <p:spPr>
            <a:xfrm>
              <a:off x="461" y="921"/>
              <a:ext cx="5598" cy="9097"/>
            </a:xfrm>
            <a:prstGeom prst="rect">
              <a:avLst/>
            </a:prstGeom>
            <a:noFill/>
          </p:spPr>
          <p:txBody>
            <a:bodyPr wrap="square" rtlCol="0" anchor="ctr" anchorCtr="0">
              <a:noAutofit/>
            </a:bodyPr>
            <a:p>
              <a:pPr algn="ctr">
                <a:lnSpc>
                  <a:spcPct val="130000"/>
                </a:lnSpc>
                <a:spcBef>
                  <a:spcPts val="0"/>
                </a:spcBef>
                <a:spcAft>
                  <a:spcPts val="0"/>
                </a:spcAft>
              </a:pPr>
              <a:r>
                <a:rPr lang="en-US" altLang="zh-CN">
                  <a:solidFill>
                    <a:srgbClr val="6495ED"/>
                  </a:solidFill>
                  <a:latin typeface="Times New Roman Regular" panose="02020503050405090304" charset="0"/>
                  <a:cs typeface="Times New Roman Regular" panose="02020503050405090304" charset="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altLang="zh-CN">
                <a:solidFill>
                  <a:srgbClr val="6495ED"/>
                </a:solidFill>
                <a:latin typeface="Times New Roman Regular" panose="02020503050405090304" charset="0"/>
                <a:cs typeface="Times New Roman Regular" panose="02020503050405090304" charset="0"/>
              </a:endParaRPr>
            </a:p>
          </p:txBody>
        </p:sp>
      </p:grpSp>
      <p:grpSp>
        <p:nvGrpSpPr>
          <p:cNvPr id="22" name="组合 21"/>
          <p:cNvGrpSpPr/>
          <p:nvPr/>
        </p:nvGrpSpPr>
        <p:grpSpPr>
          <a:xfrm>
            <a:off x="4079875" y="0"/>
            <a:ext cx="4032250" cy="6858000"/>
            <a:chOff x="6500" y="0"/>
            <a:chExt cx="6350" cy="10800"/>
          </a:xfrm>
        </p:grpSpPr>
        <p:sp>
          <p:nvSpPr>
            <p:cNvPr id="3" name="矩形 2"/>
            <p:cNvSpPr/>
            <p:nvPr/>
          </p:nvSpPr>
          <p:spPr>
            <a:xfrm>
              <a:off x="6500" y="0"/>
              <a:ext cx="6350" cy="10801"/>
            </a:xfrm>
            <a:prstGeom prst="rect">
              <a:avLst/>
            </a:prstGeom>
            <a:solidFill>
              <a:srgbClr val="FFEFC8"/>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nvSpPr>
          <p:spPr>
            <a:xfrm>
              <a:off x="6721" y="921"/>
              <a:ext cx="5881" cy="9097"/>
            </a:xfrm>
            <a:prstGeom prst="rect">
              <a:avLst/>
            </a:prstGeom>
            <a:noFill/>
          </p:spPr>
          <p:txBody>
            <a:bodyPr wrap="square" rtlCol="0" anchor="ctr" anchorCtr="0">
              <a:noAutofit/>
            </a:bodyPr>
            <a:p>
              <a:pPr indent="0" algn="ctr" fontAlgn="auto">
                <a:lnSpc>
                  <a:spcPct val="130000"/>
                </a:lnSpc>
              </a:pPr>
              <a:r>
                <a:rPr lang="en-US" altLang="zh-CN">
                  <a:solidFill>
                    <a:schemeClr val="tx1">
                      <a:lumMod val="85000"/>
                      <a:lumOff val="15000"/>
                    </a:schemeClr>
                  </a:solidFill>
                  <a:latin typeface="Times New Roman Regular" panose="02020503050405090304" charset="0"/>
                  <a:cs typeface="Times New Roman Regular" panose="02020503050405090304" charset="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altLang="zh-CN">
                <a:solidFill>
                  <a:schemeClr val="tx1">
                    <a:lumMod val="85000"/>
                    <a:lumOff val="15000"/>
                  </a:schemeClr>
                </a:solidFill>
                <a:latin typeface="Times New Roman Regular" panose="02020503050405090304" charset="0"/>
                <a:cs typeface="Times New Roman Regular" panose="02020503050405090304" charset="0"/>
              </a:endParaRPr>
            </a:p>
          </p:txBody>
        </p:sp>
      </p:grpSp>
      <p:grpSp>
        <p:nvGrpSpPr>
          <p:cNvPr id="23" name="组合 22"/>
          <p:cNvGrpSpPr/>
          <p:nvPr/>
        </p:nvGrpSpPr>
        <p:grpSpPr>
          <a:xfrm>
            <a:off x="8159750" y="0"/>
            <a:ext cx="4032250" cy="6858000"/>
            <a:chOff x="12850" y="0"/>
            <a:chExt cx="6350" cy="10800"/>
          </a:xfrm>
        </p:grpSpPr>
        <p:sp>
          <p:nvSpPr>
            <p:cNvPr id="15" name="矩形 14"/>
            <p:cNvSpPr/>
            <p:nvPr/>
          </p:nvSpPr>
          <p:spPr>
            <a:xfrm>
              <a:off x="12850" y="0"/>
              <a:ext cx="6350" cy="10800"/>
            </a:xfrm>
            <a:prstGeom prst="rect">
              <a:avLst/>
            </a:prstGeom>
            <a:solidFill>
              <a:srgbClr val="23307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233073"/>
                </a:solidFill>
              </a:endParaRPr>
            </a:p>
          </p:txBody>
        </p:sp>
        <p:sp>
          <p:nvSpPr>
            <p:cNvPr id="16" name="文本框 15"/>
            <p:cNvSpPr txBox="1"/>
            <p:nvPr/>
          </p:nvSpPr>
          <p:spPr>
            <a:xfrm>
              <a:off x="13263" y="921"/>
              <a:ext cx="5496" cy="9097"/>
            </a:xfrm>
            <a:prstGeom prst="rect">
              <a:avLst/>
            </a:prstGeom>
            <a:noFill/>
          </p:spPr>
          <p:txBody>
            <a:bodyPr wrap="square" rtlCol="0" anchor="ctr" anchorCtr="0">
              <a:noAutofit/>
            </a:bodyPr>
            <a:p>
              <a:pPr algn="ctr">
                <a:lnSpc>
                  <a:spcPct val="130000"/>
                </a:lnSpc>
              </a:pPr>
              <a:r>
                <a:rPr lang="en-US" altLang="zh-CN">
                  <a:solidFill>
                    <a:srgbClr val="CCEDFF"/>
                  </a:solidFill>
                  <a:latin typeface="Times New Roman Regular" panose="02020503050405090304" charset="0"/>
                  <a:cs typeface="Times New Roman Regular" panose="02020503050405090304" charset="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altLang="zh-CN">
                <a:solidFill>
                  <a:srgbClr val="CCEDFF"/>
                </a:solidFill>
                <a:latin typeface="Times New Roman Regular" panose="02020503050405090304" charset="0"/>
                <a:cs typeface="Times New Roman Regular" panose="02020503050405090304" charset="0"/>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1365" cy="6858635"/>
          </a:xfrm>
          <a:prstGeom prst="rect">
            <a:avLst/>
          </a:prstGeom>
          <a:solidFill>
            <a:schemeClr val="tx1">
              <a:lumMod val="85000"/>
              <a:lumOff val="1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lumMod val="85000"/>
                  <a:lumOff val="15000"/>
                </a:schemeClr>
              </a:solidFill>
            </a:endParaRPr>
          </a:p>
        </p:txBody>
      </p:sp>
      <p:sp>
        <p:nvSpPr>
          <p:cNvPr id="15" name="矩形 14"/>
          <p:cNvSpPr/>
          <p:nvPr/>
        </p:nvSpPr>
        <p:spPr>
          <a:xfrm>
            <a:off x="543560" y="2233930"/>
            <a:ext cx="5723255" cy="4350385"/>
          </a:xfrm>
          <a:prstGeom prst="rect">
            <a:avLst/>
          </a:prstGeom>
          <a:solidFill>
            <a:srgbClr val="23307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233073"/>
              </a:solidFill>
            </a:endParaRPr>
          </a:p>
        </p:txBody>
      </p:sp>
      <p:sp>
        <p:nvSpPr>
          <p:cNvPr id="16" name="文本框 15"/>
          <p:cNvSpPr txBox="1"/>
          <p:nvPr/>
        </p:nvSpPr>
        <p:spPr>
          <a:xfrm>
            <a:off x="784225" y="2967990"/>
            <a:ext cx="5085080" cy="3122295"/>
          </a:xfrm>
          <a:prstGeom prst="rect">
            <a:avLst/>
          </a:prstGeom>
          <a:noFill/>
        </p:spPr>
        <p:txBody>
          <a:bodyPr wrap="square" rtlCol="0" anchor="ctr" anchorCtr="0">
            <a:noAutofit/>
          </a:bodyPr>
          <a:p>
            <a:pPr algn="just">
              <a:lnSpc>
                <a:spcPct val="130000"/>
              </a:lnSpc>
            </a:pPr>
            <a:r>
              <a:rPr lang="en-US" altLang="zh-CN">
                <a:solidFill>
                  <a:srgbClr val="CCEDFF"/>
                </a:solidFill>
                <a:latin typeface="Times New Roman Regular" panose="02020503050405090304" charset="0"/>
                <a:cs typeface="Times New Roman Regular" panose="02020503050405090304" charset="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altLang="zh-CN">
              <a:solidFill>
                <a:srgbClr val="CCEDFF"/>
              </a:solidFill>
              <a:latin typeface="Times New Roman Regular" panose="02020503050405090304" charset="0"/>
              <a:cs typeface="Times New Roman Regular" panose="02020503050405090304" charset="0"/>
            </a:endParaRPr>
          </a:p>
        </p:txBody>
      </p:sp>
      <p:sp>
        <p:nvSpPr>
          <p:cNvPr id="2" name="文本框 1"/>
          <p:cNvSpPr txBox="1"/>
          <p:nvPr/>
        </p:nvSpPr>
        <p:spPr>
          <a:xfrm>
            <a:off x="544195" y="553720"/>
            <a:ext cx="5722620" cy="1490345"/>
          </a:xfrm>
          <a:prstGeom prst="rect">
            <a:avLst/>
          </a:prstGeom>
          <a:noFill/>
          <a:ln>
            <a:solidFill>
              <a:srgbClr val="000000">
                <a:alpha val="0"/>
              </a:srgbClr>
            </a:solidFill>
          </a:ln>
        </p:spPr>
        <p:txBody>
          <a:bodyPr wrap="square" rtlCol="0">
            <a:spAutoFit/>
          </a:bodyPr>
          <a:p>
            <a:pPr>
              <a:lnSpc>
                <a:spcPct val="130000"/>
              </a:lnSpc>
            </a:pPr>
            <a:r>
              <a:rPr lang="en-US" altLang="zh-CN" b="1">
                <a:solidFill>
                  <a:srgbClr val="6495ED"/>
                </a:solidFill>
                <a:latin typeface="Courier New Bold" panose="02070409020205090404" charset="0"/>
                <a:cs typeface="Courier New Bold" panose="02070409020205090404" charset="0"/>
              </a:rPr>
              <a:t>Book Receipt</a:t>
            </a:r>
            <a:endParaRPr lang="en-US" altLang="zh-CN" b="1">
              <a:solidFill>
                <a:srgbClr val="6495ED"/>
              </a:solidFill>
              <a:latin typeface="Courier New Bold" panose="02070409020205090404" charset="0"/>
              <a:cs typeface="Courier New Bold" panose="02070409020205090404" charset="0"/>
            </a:endParaRPr>
          </a:p>
          <a:p>
            <a:pPr>
              <a:lnSpc>
                <a:spcPct val="130000"/>
              </a:lnSpc>
            </a:pPr>
            <a:r>
              <a:rPr lang="zh-CN" altLang="en-US" sz="1600">
                <a:solidFill>
                  <a:srgbClr val="6495ED"/>
                </a:solidFill>
                <a:latin typeface="Courier New Bold" panose="02070409020205090404" charset="0"/>
                <a:cs typeface="Courier New Bold" panose="02070409020205090404" charset="0"/>
              </a:rPr>
              <a:t>为你推荐一本此时此刻的书</a:t>
            </a:r>
            <a:endParaRPr lang="en-US" altLang="zh-CN" b="1">
              <a:solidFill>
                <a:srgbClr val="6495ED"/>
              </a:solidFill>
              <a:latin typeface="Courier New Bold" panose="02070409020205090404" charset="0"/>
              <a:cs typeface="Courier New Bold" panose="02070409020205090404" charset="0"/>
            </a:endParaRPr>
          </a:p>
          <a:p>
            <a:pPr>
              <a:lnSpc>
                <a:spcPct val="130000"/>
              </a:lnSpc>
            </a:pPr>
            <a:r>
              <a:rPr lang="zh-CN" altLang="en-US">
                <a:solidFill>
                  <a:srgbClr val="6495ED"/>
                </a:solidFill>
                <a:latin typeface="Courier New Bold" panose="02070409020205090404" charset="0"/>
                <a:cs typeface="Courier New Bold" panose="02070409020205090404" charset="0"/>
              </a:rPr>
              <a:t>愉悦</a:t>
            </a:r>
            <a:r>
              <a:rPr lang="en-US" altLang="zh-CN">
                <a:solidFill>
                  <a:srgbClr val="6495ED"/>
                </a:solidFill>
                <a:latin typeface="Courier New Bold" panose="02070409020205090404" charset="0"/>
                <a:cs typeface="Courier New Bold" panose="02070409020205090404" charset="0"/>
              </a:rPr>
              <a:t>	</a:t>
            </a:r>
            <a:r>
              <a:rPr lang="zh-CN" altLang="en-US">
                <a:solidFill>
                  <a:srgbClr val="6495ED"/>
                </a:solidFill>
                <a:latin typeface="Courier New Bold" panose="02070409020205090404" charset="0"/>
                <a:cs typeface="Courier New Bold" panose="02070409020205090404" charset="0"/>
              </a:rPr>
              <a:t>轻松</a:t>
            </a:r>
            <a:r>
              <a:rPr lang="en-US" altLang="zh-CN">
                <a:solidFill>
                  <a:srgbClr val="6495ED"/>
                </a:solidFill>
                <a:latin typeface="Courier New Bold" panose="02070409020205090404" charset="0"/>
                <a:cs typeface="Courier New Bold" panose="02070409020205090404" charset="0"/>
              </a:rPr>
              <a:t>	</a:t>
            </a:r>
            <a:r>
              <a:rPr lang="zh-CN" altLang="en-US" b="1" u="sng">
                <a:solidFill>
                  <a:srgbClr val="6495ED"/>
                </a:solidFill>
                <a:latin typeface="Courier New Bold" panose="02070409020205090404" charset="0"/>
                <a:cs typeface="Courier New Bold" panose="02070409020205090404" charset="0"/>
              </a:rPr>
              <a:t>平静</a:t>
            </a:r>
            <a:r>
              <a:rPr lang="en-US" altLang="zh-CN">
                <a:solidFill>
                  <a:srgbClr val="6495ED"/>
                </a:solidFill>
                <a:latin typeface="Courier New Bold" panose="02070409020205090404" charset="0"/>
                <a:cs typeface="Courier New Bold" panose="02070409020205090404" charset="0"/>
              </a:rPr>
              <a:t>	</a:t>
            </a:r>
            <a:r>
              <a:rPr lang="zh-CN" altLang="en-US">
                <a:solidFill>
                  <a:srgbClr val="6495ED"/>
                </a:solidFill>
                <a:latin typeface="Courier New Bold" panose="02070409020205090404" charset="0"/>
                <a:cs typeface="Courier New Bold" panose="02070409020205090404" charset="0"/>
              </a:rPr>
              <a:t>忧郁</a:t>
            </a:r>
            <a:r>
              <a:rPr lang="en-US" altLang="zh-CN">
                <a:solidFill>
                  <a:srgbClr val="6495ED"/>
                </a:solidFill>
                <a:latin typeface="Courier New Bold" panose="02070409020205090404" charset="0"/>
                <a:cs typeface="Courier New Bold" panose="02070409020205090404" charset="0"/>
              </a:rPr>
              <a:t>	</a:t>
            </a:r>
            <a:r>
              <a:rPr lang="zh-CN" altLang="en-US">
                <a:solidFill>
                  <a:srgbClr val="6495ED"/>
                </a:solidFill>
                <a:latin typeface="Courier New Bold" panose="02070409020205090404" charset="0"/>
                <a:cs typeface="Courier New Bold" panose="02070409020205090404" charset="0"/>
              </a:rPr>
              <a:t>振奋</a:t>
            </a:r>
            <a:r>
              <a:rPr lang="en-US" altLang="zh-CN">
                <a:solidFill>
                  <a:srgbClr val="6495ED"/>
                </a:solidFill>
                <a:latin typeface="Courier New Bold" panose="02070409020205090404" charset="0"/>
                <a:cs typeface="Courier New Bold" panose="02070409020205090404" charset="0"/>
              </a:rPr>
              <a:t>	</a:t>
            </a:r>
            <a:r>
              <a:rPr lang="zh-CN" altLang="en-US">
                <a:solidFill>
                  <a:srgbClr val="6495ED"/>
                </a:solidFill>
                <a:latin typeface="Courier New Bold" panose="02070409020205090404" charset="0"/>
                <a:cs typeface="Courier New Bold" panose="02070409020205090404" charset="0"/>
              </a:rPr>
              <a:t>倦怠</a:t>
            </a:r>
            <a:endParaRPr lang="zh-CN" altLang="en-US" b="1">
              <a:solidFill>
                <a:srgbClr val="6495ED"/>
              </a:solidFill>
              <a:latin typeface="Courier New Bold" panose="02070409020205090404" charset="0"/>
              <a:cs typeface="Courier New Bold" panose="02070409020205090404" charset="0"/>
            </a:endParaRPr>
          </a:p>
          <a:p>
            <a:pPr>
              <a:lnSpc>
                <a:spcPct val="130000"/>
              </a:lnSpc>
            </a:pPr>
            <a:r>
              <a:rPr lang="zh-CN" altLang="en-US" b="1" u="sng">
                <a:solidFill>
                  <a:srgbClr val="6495ED"/>
                </a:solidFill>
                <a:latin typeface="Courier New Bold" panose="02070409020205090404" charset="0"/>
                <a:cs typeface="Courier New Bold" panose="02070409020205090404" charset="0"/>
              </a:rPr>
              <a:t>晴</a:t>
            </a:r>
            <a:r>
              <a:rPr lang="en-US" altLang="zh-CN">
                <a:solidFill>
                  <a:srgbClr val="6495ED"/>
                </a:solidFill>
                <a:latin typeface="Courier New Bold" panose="02070409020205090404" charset="0"/>
                <a:cs typeface="Courier New Bold" panose="02070409020205090404" charset="0"/>
              </a:rPr>
              <a:t>	</a:t>
            </a:r>
            <a:r>
              <a:rPr lang="zh-CN" altLang="en-US">
                <a:solidFill>
                  <a:srgbClr val="6495ED"/>
                </a:solidFill>
                <a:latin typeface="Courier New Bold" panose="02070409020205090404" charset="0"/>
                <a:cs typeface="Courier New Bold" panose="02070409020205090404" charset="0"/>
              </a:rPr>
              <a:t>云</a:t>
            </a:r>
            <a:r>
              <a:rPr lang="en-US" altLang="zh-CN">
                <a:solidFill>
                  <a:srgbClr val="6495ED"/>
                </a:solidFill>
                <a:latin typeface="Courier New Bold" panose="02070409020205090404" charset="0"/>
                <a:cs typeface="Courier New Bold" panose="02070409020205090404" charset="0"/>
              </a:rPr>
              <a:t>	</a:t>
            </a:r>
            <a:r>
              <a:rPr lang="zh-CN" altLang="en-US">
                <a:solidFill>
                  <a:srgbClr val="6495ED"/>
                </a:solidFill>
                <a:latin typeface="Courier New Bold" panose="02070409020205090404" charset="0"/>
                <a:cs typeface="Courier New Bold" panose="02070409020205090404" charset="0"/>
              </a:rPr>
              <a:t>雨</a:t>
            </a:r>
            <a:r>
              <a:rPr lang="en-US" altLang="zh-CN">
                <a:solidFill>
                  <a:srgbClr val="6495ED"/>
                </a:solidFill>
                <a:latin typeface="Courier New Bold" panose="02070409020205090404" charset="0"/>
                <a:cs typeface="Courier New Bold" panose="02070409020205090404" charset="0"/>
              </a:rPr>
              <a:t>	</a:t>
            </a:r>
            <a:r>
              <a:rPr lang="zh-CN" altLang="en-US">
                <a:solidFill>
                  <a:srgbClr val="6495ED"/>
                </a:solidFill>
                <a:latin typeface="Courier New Bold" panose="02070409020205090404" charset="0"/>
                <a:cs typeface="Courier New Bold" panose="02070409020205090404" charset="0"/>
              </a:rPr>
              <a:t>雪</a:t>
            </a:r>
            <a:r>
              <a:rPr lang="en-US" altLang="zh-CN">
                <a:solidFill>
                  <a:srgbClr val="6495ED"/>
                </a:solidFill>
                <a:latin typeface="Courier New Bold" panose="02070409020205090404" charset="0"/>
                <a:cs typeface="Courier New Bold" panose="02070409020205090404" charset="0"/>
              </a:rPr>
              <a:t>	</a:t>
            </a:r>
            <a:r>
              <a:rPr lang="zh-CN" altLang="en-US">
                <a:solidFill>
                  <a:srgbClr val="6495ED"/>
                </a:solidFill>
                <a:latin typeface="Courier New Bold" panose="02070409020205090404" charset="0"/>
                <a:cs typeface="Courier New Bold" panose="02070409020205090404" charset="0"/>
              </a:rPr>
              <a:t>风</a:t>
            </a:r>
            <a:endParaRPr lang="zh-CN" altLang="en-US">
              <a:solidFill>
                <a:srgbClr val="6495ED"/>
              </a:solidFill>
              <a:latin typeface="Courier New Bold" panose="02070409020205090404" charset="0"/>
              <a:cs typeface="Courier New Bold" panose="02070409020205090404" charset="0"/>
            </a:endParaRPr>
          </a:p>
        </p:txBody>
      </p:sp>
      <p:sp>
        <p:nvSpPr>
          <p:cNvPr id="5" name="文本框 4"/>
          <p:cNvSpPr txBox="1"/>
          <p:nvPr/>
        </p:nvSpPr>
        <p:spPr>
          <a:xfrm>
            <a:off x="784225" y="2435860"/>
            <a:ext cx="2082800" cy="450850"/>
          </a:xfrm>
          <a:prstGeom prst="rect">
            <a:avLst/>
          </a:prstGeom>
          <a:noFill/>
        </p:spPr>
        <p:txBody>
          <a:bodyPr wrap="square" rtlCol="0" anchor="t">
            <a:spAutoFit/>
          </a:bodyPr>
          <a:p>
            <a:pPr>
              <a:lnSpc>
                <a:spcPct val="130000"/>
              </a:lnSpc>
            </a:pPr>
            <a:r>
              <a:rPr lang="en-US" altLang="zh-CN" b="1">
                <a:solidFill>
                  <a:srgbClr val="CCEDFF"/>
                </a:solidFill>
                <a:latin typeface="Courier New Bold" panose="02070409020205090404" charset="0"/>
                <a:cs typeface="Courier New Bold" panose="02070409020205090404" charset="0"/>
                <a:sym typeface="+mn-ea"/>
              </a:rPr>
              <a:t>Book Receipt</a:t>
            </a:r>
            <a:endParaRPr lang="en-US" altLang="zh-CN" b="1">
              <a:solidFill>
                <a:srgbClr val="CCEDFF"/>
              </a:solidFill>
              <a:latin typeface="Courier New Bold" panose="02070409020205090404" charset="0"/>
              <a:cs typeface="Courier New Bold" panose="02070409020205090404" charset="0"/>
              <a:sym typeface="+mn-ea"/>
            </a:endParaRPr>
          </a:p>
        </p:txBody>
      </p:sp>
      <p:sp>
        <p:nvSpPr>
          <p:cNvPr id="6" name="文本框 5"/>
          <p:cNvSpPr txBox="1"/>
          <p:nvPr/>
        </p:nvSpPr>
        <p:spPr>
          <a:xfrm>
            <a:off x="4392295" y="2435860"/>
            <a:ext cx="1477645" cy="450850"/>
          </a:xfrm>
          <a:prstGeom prst="rect">
            <a:avLst/>
          </a:prstGeom>
          <a:noFill/>
        </p:spPr>
        <p:txBody>
          <a:bodyPr wrap="square" rtlCol="0" anchor="t">
            <a:spAutoFit/>
          </a:bodyPr>
          <a:p>
            <a:pPr>
              <a:lnSpc>
                <a:spcPct val="130000"/>
              </a:lnSpc>
            </a:pPr>
            <a:r>
              <a:rPr lang="en-US" altLang="zh-CN" b="1">
                <a:solidFill>
                  <a:srgbClr val="CCEDFF"/>
                </a:solidFill>
                <a:latin typeface="Courier New Bold" panose="02070409020205090404" charset="0"/>
                <a:cs typeface="Courier New Bold" panose="02070409020205090404" charset="0"/>
                <a:sym typeface="+mn-ea"/>
              </a:rPr>
              <a:t>2026/5/28</a:t>
            </a:r>
            <a:endParaRPr lang="en-US" altLang="zh-CN" b="1">
              <a:solidFill>
                <a:srgbClr val="CCEDFF"/>
              </a:solidFill>
              <a:latin typeface="Courier New Bold" panose="02070409020205090404" charset="0"/>
              <a:cs typeface="Courier New Bold" panose="020704090202050904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0"/>
            <a:ext cx="12192000" cy="6858635"/>
          </a:xfrm>
          <a:prstGeom prst="rect">
            <a:avLst/>
          </a:prstGeom>
          <a:solidFill>
            <a:srgbClr val="233073"/>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lumMod val="85000"/>
                  <a:lumOff val="15000"/>
                </a:schemeClr>
              </a:solidFill>
            </a:endParaRPr>
          </a:p>
        </p:txBody>
      </p:sp>
      <p:sp>
        <p:nvSpPr>
          <p:cNvPr id="15" name="矩形 14"/>
          <p:cNvSpPr/>
          <p:nvPr/>
        </p:nvSpPr>
        <p:spPr>
          <a:xfrm>
            <a:off x="543560" y="2233930"/>
            <a:ext cx="5723255" cy="4350385"/>
          </a:xfrm>
          <a:prstGeom prst="rect">
            <a:avLst/>
          </a:prstGeom>
          <a:solidFill>
            <a:srgbClr val="6495ED"/>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rgbClr val="233073"/>
              </a:solidFill>
            </a:endParaRPr>
          </a:p>
        </p:txBody>
      </p:sp>
      <p:sp>
        <p:nvSpPr>
          <p:cNvPr id="16" name="文本框 15"/>
          <p:cNvSpPr txBox="1"/>
          <p:nvPr/>
        </p:nvSpPr>
        <p:spPr>
          <a:xfrm>
            <a:off x="784225" y="3278505"/>
            <a:ext cx="5085080" cy="3305810"/>
          </a:xfrm>
          <a:prstGeom prst="rect">
            <a:avLst/>
          </a:prstGeom>
          <a:noFill/>
        </p:spPr>
        <p:txBody>
          <a:bodyPr wrap="square" rtlCol="0" anchor="ctr" anchorCtr="0">
            <a:noAutofit/>
          </a:bodyPr>
          <a:p>
            <a:pPr algn="just">
              <a:lnSpc>
                <a:spcPct val="130000"/>
              </a:lnSpc>
            </a:pPr>
            <a:r>
              <a:rPr lang="en-US" altLang="zh-CN">
                <a:solidFill>
                  <a:srgbClr val="233073"/>
                </a:solidFill>
                <a:latin typeface="Times New Roman Regular" panose="02020503050405090304" charset="0"/>
                <a:cs typeface="Times New Roman Regular" panose="02020503050405090304" charset="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altLang="zh-CN">
              <a:solidFill>
                <a:srgbClr val="233073"/>
              </a:solidFill>
              <a:latin typeface="Times New Roman Regular" panose="02020503050405090304" charset="0"/>
              <a:cs typeface="Times New Roman Regular" panose="02020503050405090304" charset="0"/>
            </a:endParaRPr>
          </a:p>
        </p:txBody>
      </p:sp>
      <p:sp>
        <p:nvSpPr>
          <p:cNvPr id="2" name="文本框 1"/>
          <p:cNvSpPr txBox="1"/>
          <p:nvPr/>
        </p:nvSpPr>
        <p:spPr>
          <a:xfrm>
            <a:off x="544195" y="553720"/>
            <a:ext cx="5722620" cy="1490345"/>
          </a:xfrm>
          <a:prstGeom prst="rect">
            <a:avLst/>
          </a:prstGeom>
          <a:noFill/>
          <a:ln>
            <a:solidFill>
              <a:srgbClr val="000000">
                <a:alpha val="0"/>
              </a:srgbClr>
            </a:solidFill>
          </a:ln>
        </p:spPr>
        <p:txBody>
          <a:bodyPr wrap="square" rtlCol="0">
            <a:spAutoFit/>
          </a:bodyPr>
          <a:p>
            <a:pPr>
              <a:lnSpc>
                <a:spcPct val="130000"/>
              </a:lnSpc>
            </a:pPr>
            <a:r>
              <a:rPr lang="en-US" altLang="zh-CN" b="1">
                <a:solidFill>
                  <a:srgbClr val="CCEDFF"/>
                </a:solidFill>
                <a:latin typeface="Courier New Bold" panose="02070409020205090404" charset="0"/>
                <a:cs typeface="Courier New Bold" panose="02070409020205090404" charset="0"/>
              </a:rPr>
              <a:t>Book Receipt</a:t>
            </a:r>
            <a:endParaRPr lang="en-US" altLang="zh-CN" b="1">
              <a:solidFill>
                <a:srgbClr val="CCEDFF"/>
              </a:solidFill>
              <a:latin typeface="Courier New Bold" panose="02070409020205090404" charset="0"/>
              <a:cs typeface="Courier New Bold" panose="02070409020205090404" charset="0"/>
            </a:endParaRPr>
          </a:p>
          <a:p>
            <a:pPr>
              <a:lnSpc>
                <a:spcPct val="130000"/>
              </a:lnSpc>
            </a:pPr>
            <a:r>
              <a:rPr lang="zh-CN" altLang="en-US" sz="1600">
                <a:solidFill>
                  <a:srgbClr val="CCEDFF"/>
                </a:solidFill>
                <a:latin typeface="Courier New Bold" panose="02070409020205090404" charset="0"/>
                <a:cs typeface="Courier New Bold" panose="02070409020205090404" charset="0"/>
              </a:rPr>
              <a:t>为你推荐一本此时此刻的书</a:t>
            </a:r>
            <a:endParaRPr lang="en-US" altLang="zh-CN" b="1">
              <a:solidFill>
                <a:srgbClr val="CCEDFF"/>
              </a:solidFill>
              <a:latin typeface="Courier New Bold" panose="02070409020205090404" charset="0"/>
              <a:cs typeface="Courier New Bold" panose="02070409020205090404" charset="0"/>
            </a:endParaRPr>
          </a:p>
          <a:p>
            <a:pPr>
              <a:lnSpc>
                <a:spcPct val="130000"/>
              </a:lnSpc>
            </a:pPr>
            <a:r>
              <a:rPr lang="zh-CN" altLang="en-US">
                <a:solidFill>
                  <a:srgbClr val="CCEDFF"/>
                </a:solidFill>
                <a:latin typeface="Courier New Bold" panose="02070409020205090404" charset="0"/>
                <a:cs typeface="Courier New Bold" panose="02070409020205090404" charset="0"/>
              </a:rPr>
              <a:t>愉悦</a:t>
            </a:r>
            <a:r>
              <a:rPr lang="en-US" altLang="zh-CN">
                <a:solidFill>
                  <a:srgbClr val="CCEDFF"/>
                </a:solidFill>
                <a:latin typeface="Courier New Bold" panose="02070409020205090404" charset="0"/>
                <a:cs typeface="Courier New Bold" panose="02070409020205090404" charset="0"/>
              </a:rPr>
              <a:t>	</a:t>
            </a:r>
            <a:r>
              <a:rPr lang="zh-CN" altLang="en-US">
                <a:solidFill>
                  <a:srgbClr val="CCEDFF"/>
                </a:solidFill>
                <a:latin typeface="Courier New Bold" panose="02070409020205090404" charset="0"/>
                <a:cs typeface="Courier New Bold" panose="02070409020205090404" charset="0"/>
              </a:rPr>
              <a:t>轻松</a:t>
            </a:r>
            <a:r>
              <a:rPr lang="en-US" altLang="zh-CN">
                <a:solidFill>
                  <a:srgbClr val="CCEDFF"/>
                </a:solidFill>
                <a:latin typeface="Courier New Bold" panose="02070409020205090404" charset="0"/>
                <a:cs typeface="Courier New Bold" panose="02070409020205090404" charset="0"/>
              </a:rPr>
              <a:t>	</a:t>
            </a:r>
            <a:r>
              <a:rPr lang="zh-CN" altLang="en-US" b="1" u="sng">
                <a:solidFill>
                  <a:srgbClr val="CCEDFF"/>
                </a:solidFill>
                <a:latin typeface="Courier New Bold" panose="02070409020205090404" charset="0"/>
                <a:cs typeface="Courier New Bold" panose="02070409020205090404" charset="0"/>
              </a:rPr>
              <a:t>平静</a:t>
            </a:r>
            <a:r>
              <a:rPr lang="en-US" altLang="zh-CN">
                <a:solidFill>
                  <a:srgbClr val="CCEDFF"/>
                </a:solidFill>
                <a:latin typeface="Courier New Bold" panose="02070409020205090404" charset="0"/>
                <a:cs typeface="Courier New Bold" panose="02070409020205090404" charset="0"/>
              </a:rPr>
              <a:t>	</a:t>
            </a:r>
            <a:r>
              <a:rPr lang="zh-CN" altLang="en-US">
                <a:solidFill>
                  <a:srgbClr val="CCEDFF"/>
                </a:solidFill>
                <a:latin typeface="Courier New Bold" panose="02070409020205090404" charset="0"/>
                <a:cs typeface="Courier New Bold" panose="02070409020205090404" charset="0"/>
              </a:rPr>
              <a:t>忧郁</a:t>
            </a:r>
            <a:r>
              <a:rPr lang="en-US" altLang="zh-CN">
                <a:solidFill>
                  <a:srgbClr val="CCEDFF"/>
                </a:solidFill>
                <a:latin typeface="Courier New Bold" panose="02070409020205090404" charset="0"/>
                <a:cs typeface="Courier New Bold" panose="02070409020205090404" charset="0"/>
              </a:rPr>
              <a:t>	</a:t>
            </a:r>
            <a:r>
              <a:rPr lang="zh-CN" altLang="en-US">
                <a:solidFill>
                  <a:srgbClr val="CCEDFF"/>
                </a:solidFill>
                <a:latin typeface="Courier New Bold" panose="02070409020205090404" charset="0"/>
                <a:cs typeface="Courier New Bold" panose="02070409020205090404" charset="0"/>
              </a:rPr>
              <a:t>振奋</a:t>
            </a:r>
            <a:r>
              <a:rPr lang="en-US" altLang="zh-CN">
                <a:solidFill>
                  <a:srgbClr val="CCEDFF"/>
                </a:solidFill>
                <a:latin typeface="Courier New Bold" panose="02070409020205090404" charset="0"/>
                <a:cs typeface="Courier New Bold" panose="02070409020205090404" charset="0"/>
              </a:rPr>
              <a:t>	</a:t>
            </a:r>
            <a:r>
              <a:rPr lang="zh-CN" altLang="en-US">
                <a:solidFill>
                  <a:srgbClr val="CCEDFF"/>
                </a:solidFill>
                <a:latin typeface="Courier New Bold" panose="02070409020205090404" charset="0"/>
                <a:cs typeface="Courier New Bold" panose="02070409020205090404" charset="0"/>
              </a:rPr>
              <a:t>倦怠</a:t>
            </a:r>
            <a:endParaRPr lang="zh-CN" altLang="en-US" b="1">
              <a:solidFill>
                <a:srgbClr val="CCEDFF"/>
              </a:solidFill>
              <a:latin typeface="Courier New Bold" panose="02070409020205090404" charset="0"/>
              <a:cs typeface="Courier New Bold" panose="02070409020205090404" charset="0"/>
            </a:endParaRPr>
          </a:p>
          <a:p>
            <a:pPr>
              <a:lnSpc>
                <a:spcPct val="130000"/>
              </a:lnSpc>
            </a:pPr>
            <a:r>
              <a:rPr lang="zh-CN" altLang="en-US" b="1" u="sng">
                <a:solidFill>
                  <a:srgbClr val="CCEDFF"/>
                </a:solidFill>
                <a:latin typeface="Courier New Bold" panose="02070409020205090404" charset="0"/>
                <a:cs typeface="Courier New Bold" panose="02070409020205090404" charset="0"/>
              </a:rPr>
              <a:t>晴</a:t>
            </a:r>
            <a:r>
              <a:rPr lang="en-US" altLang="zh-CN">
                <a:solidFill>
                  <a:srgbClr val="CCEDFF"/>
                </a:solidFill>
                <a:latin typeface="Courier New Bold" panose="02070409020205090404" charset="0"/>
                <a:cs typeface="Courier New Bold" panose="02070409020205090404" charset="0"/>
              </a:rPr>
              <a:t>	</a:t>
            </a:r>
            <a:r>
              <a:rPr lang="zh-CN" altLang="en-US">
                <a:solidFill>
                  <a:srgbClr val="CCEDFF"/>
                </a:solidFill>
                <a:latin typeface="Courier New Bold" panose="02070409020205090404" charset="0"/>
                <a:cs typeface="Courier New Bold" panose="02070409020205090404" charset="0"/>
              </a:rPr>
              <a:t>云</a:t>
            </a:r>
            <a:r>
              <a:rPr lang="en-US" altLang="zh-CN">
                <a:solidFill>
                  <a:srgbClr val="CCEDFF"/>
                </a:solidFill>
                <a:latin typeface="Courier New Bold" panose="02070409020205090404" charset="0"/>
                <a:cs typeface="Courier New Bold" panose="02070409020205090404" charset="0"/>
              </a:rPr>
              <a:t>	</a:t>
            </a:r>
            <a:r>
              <a:rPr lang="zh-CN" altLang="en-US">
                <a:solidFill>
                  <a:srgbClr val="CCEDFF"/>
                </a:solidFill>
                <a:latin typeface="Courier New Bold" panose="02070409020205090404" charset="0"/>
                <a:cs typeface="Courier New Bold" panose="02070409020205090404" charset="0"/>
              </a:rPr>
              <a:t>雨</a:t>
            </a:r>
            <a:r>
              <a:rPr lang="en-US" altLang="zh-CN">
                <a:solidFill>
                  <a:srgbClr val="CCEDFF"/>
                </a:solidFill>
                <a:latin typeface="Courier New Bold" panose="02070409020205090404" charset="0"/>
                <a:cs typeface="Courier New Bold" panose="02070409020205090404" charset="0"/>
              </a:rPr>
              <a:t>	</a:t>
            </a:r>
            <a:r>
              <a:rPr lang="zh-CN" altLang="en-US">
                <a:solidFill>
                  <a:srgbClr val="CCEDFF"/>
                </a:solidFill>
                <a:latin typeface="Courier New Bold" panose="02070409020205090404" charset="0"/>
                <a:cs typeface="Courier New Bold" panose="02070409020205090404" charset="0"/>
              </a:rPr>
              <a:t>雪</a:t>
            </a:r>
            <a:r>
              <a:rPr lang="en-US" altLang="zh-CN">
                <a:solidFill>
                  <a:srgbClr val="CCEDFF"/>
                </a:solidFill>
                <a:latin typeface="Courier New Bold" panose="02070409020205090404" charset="0"/>
                <a:cs typeface="Courier New Bold" panose="02070409020205090404" charset="0"/>
              </a:rPr>
              <a:t>	</a:t>
            </a:r>
            <a:r>
              <a:rPr lang="zh-CN" altLang="en-US">
                <a:solidFill>
                  <a:srgbClr val="CCEDFF"/>
                </a:solidFill>
                <a:latin typeface="Courier New Bold" panose="02070409020205090404" charset="0"/>
                <a:cs typeface="Courier New Bold" panose="02070409020205090404" charset="0"/>
              </a:rPr>
              <a:t>风</a:t>
            </a:r>
            <a:endParaRPr lang="zh-CN" altLang="en-US">
              <a:solidFill>
                <a:srgbClr val="CCEDFF"/>
              </a:solidFill>
              <a:latin typeface="Courier New Bold" panose="02070409020205090404" charset="0"/>
              <a:cs typeface="Courier New Bold" panose="02070409020205090404" charset="0"/>
            </a:endParaRPr>
          </a:p>
        </p:txBody>
      </p:sp>
      <p:sp>
        <p:nvSpPr>
          <p:cNvPr id="5" name="文本框 4"/>
          <p:cNvSpPr txBox="1"/>
          <p:nvPr/>
        </p:nvSpPr>
        <p:spPr>
          <a:xfrm>
            <a:off x="784225" y="2435860"/>
            <a:ext cx="2082800" cy="450850"/>
          </a:xfrm>
          <a:prstGeom prst="rect">
            <a:avLst/>
          </a:prstGeom>
          <a:noFill/>
        </p:spPr>
        <p:txBody>
          <a:bodyPr wrap="square" rtlCol="0" anchor="t">
            <a:spAutoFit/>
          </a:bodyPr>
          <a:p>
            <a:pPr>
              <a:lnSpc>
                <a:spcPct val="130000"/>
              </a:lnSpc>
            </a:pPr>
            <a:r>
              <a:rPr lang="en-US" altLang="zh-CN" b="1">
                <a:solidFill>
                  <a:srgbClr val="233073"/>
                </a:solidFill>
                <a:latin typeface="Courier New Bold" panose="02070409020205090404" charset="0"/>
                <a:cs typeface="Courier New Bold" panose="02070409020205090404" charset="0"/>
                <a:sym typeface="+mn-ea"/>
              </a:rPr>
              <a:t>Book Receipt</a:t>
            </a:r>
            <a:endParaRPr lang="en-US" altLang="zh-CN" b="1">
              <a:solidFill>
                <a:srgbClr val="233073"/>
              </a:solidFill>
              <a:latin typeface="Courier New Bold" panose="02070409020205090404" charset="0"/>
              <a:cs typeface="Courier New Bold" panose="02070409020205090404" charset="0"/>
              <a:sym typeface="+mn-ea"/>
            </a:endParaRPr>
          </a:p>
        </p:txBody>
      </p:sp>
      <p:sp>
        <p:nvSpPr>
          <p:cNvPr id="6" name="文本框 5"/>
          <p:cNvSpPr txBox="1"/>
          <p:nvPr/>
        </p:nvSpPr>
        <p:spPr>
          <a:xfrm>
            <a:off x="4392295" y="2435860"/>
            <a:ext cx="1477645" cy="450850"/>
          </a:xfrm>
          <a:prstGeom prst="rect">
            <a:avLst/>
          </a:prstGeom>
          <a:noFill/>
        </p:spPr>
        <p:txBody>
          <a:bodyPr wrap="square" rtlCol="0" anchor="t">
            <a:spAutoFit/>
          </a:bodyPr>
          <a:p>
            <a:pPr>
              <a:lnSpc>
                <a:spcPct val="130000"/>
              </a:lnSpc>
            </a:pPr>
            <a:r>
              <a:rPr lang="en-US" altLang="zh-CN" b="1">
                <a:solidFill>
                  <a:srgbClr val="233073"/>
                </a:solidFill>
                <a:latin typeface="Courier New Bold" panose="02070409020205090404" charset="0"/>
                <a:cs typeface="Courier New Bold" panose="02070409020205090404" charset="0"/>
                <a:sym typeface="+mn-ea"/>
              </a:rPr>
              <a:t>2026/5/28</a:t>
            </a:r>
            <a:endParaRPr lang="en-US" altLang="zh-CN" b="1">
              <a:solidFill>
                <a:srgbClr val="233073"/>
              </a:solidFill>
              <a:latin typeface="Courier New Bold" panose="02070409020205090404" charset="0"/>
              <a:cs typeface="Courier New Bold" panose="02070409020205090404" charset="0"/>
              <a:sym typeface="+mn-ea"/>
            </a:endParaRPr>
          </a:p>
        </p:txBody>
      </p:sp>
      <p:sp>
        <p:nvSpPr>
          <p:cNvPr id="3" name="文本框 2"/>
          <p:cNvSpPr txBox="1"/>
          <p:nvPr/>
        </p:nvSpPr>
        <p:spPr>
          <a:xfrm>
            <a:off x="4392295" y="2886710"/>
            <a:ext cx="1477645" cy="370840"/>
          </a:xfrm>
          <a:prstGeom prst="rect">
            <a:avLst/>
          </a:prstGeom>
          <a:noFill/>
        </p:spPr>
        <p:txBody>
          <a:bodyPr wrap="square" rtlCol="0" anchor="t">
            <a:spAutoFit/>
          </a:bodyPr>
          <a:p>
            <a:pPr>
              <a:lnSpc>
                <a:spcPct val="130000"/>
              </a:lnSpc>
            </a:pPr>
            <a:r>
              <a:rPr lang="en-US" altLang="zh-CN" sz="1400">
                <a:solidFill>
                  <a:srgbClr val="CCEDFF"/>
                </a:solidFill>
                <a:latin typeface="Courier New" panose="02070409020205090404" charset="0"/>
                <a:cs typeface="Courier New" panose="02070409020205090404" charset="0"/>
                <a:sym typeface="+mn-ea"/>
              </a:rPr>
              <a:t>DOUBAN 250</a:t>
            </a:r>
            <a:endParaRPr lang="en-US" altLang="zh-CN" sz="1400">
              <a:solidFill>
                <a:srgbClr val="CCEDFF"/>
              </a:solidFill>
              <a:latin typeface="Courier New" panose="02070409020205090404" charset="0"/>
              <a:cs typeface="Courier New" panose="02070409020205090404" charset="0"/>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7" name="表格 6"/>
          <p:cNvGraphicFramePr/>
          <p:nvPr>
            <p:custDataLst>
              <p:tags r:id="rId1"/>
            </p:custDataLst>
          </p:nvPr>
        </p:nvGraphicFramePr>
        <p:xfrm>
          <a:off x="0" y="0"/>
          <a:ext cx="12197080" cy="1535430"/>
        </p:xfrm>
        <a:graphic>
          <a:graphicData uri="http://schemas.openxmlformats.org/drawingml/2006/table">
            <a:tbl>
              <a:tblPr firstRow="1" bandRow="1">
                <a:tableStyleId>{5C22544A-7EE6-4342-B048-85BDC9FD1C3A}</a:tableStyleId>
              </a:tblPr>
              <a:tblGrid>
                <a:gridCol w="1355231"/>
                <a:gridCol w="1355231"/>
                <a:gridCol w="1355231"/>
                <a:gridCol w="1355231"/>
                <a:gridCol w="1355232"/>
                <a:gridCol w="1355231"/>
                <a:gridCol w="1355231"/>
                <a:gridCol w="1355231"/>
                <a:gridCol w="1355231"/>
              </a:tblGrid>
              <a:tr h="365760">
                <a:tc>
                  <a:txBody>
                    <a:bodyPr/>
                    <a:p>
                      <a:pPr algn="ctr">
                        <a:lnSpc>
                          <a:spcPct val="90000"/>
                        </a:lnSpc>
                        <a:buNone/>
                      </a:pPr>
                      <a:endParaRPr lang="zh-CN" altLang="en-US" b="1">
                        <a:latin typeface="Times New Roman Regular" panose="02020503050405090304" charset="0"/>
                        <a:ea typeface="楷体" charset="0"/>
                      </a:endParaRPr>
                    </a:p>
                  </a:txBody>
                  <a:tcPr anchor="ctr" anchorCtr="0"/>
                </a:tc>
                <a:tc>
                  <a:txBody>
                    <a:bodyPr/>
                    <a:p>
                      <a:pPr algn="ctr">
                        <a:lnSpc>
                          <a:spcPct val="90000"/>
                        </a:lnSpc>
                        <a:buNone/>
                      </a:pPr>
                      <a:r>
                        <a:rPr lang="zh-CN" altLang="en-US" b="1">
                          <a:latin typeface="Times New Roman Regular" panose="02020503050405090304" charset="0"/>
                          <a:ea typeface="楷体" charset="0"/>
                        </a:rPr>
                        <a:t>底</a:t>
                      </a:r>
                      <a:endParaRPr lang="zh-CN" altLang="en-US" b="1">
                        <a:latin typeface="Times New Roman Regular" panose="02020503050405090304" charset="0"/>
                        <a:ea typeface="楷体" charset="0"/>
                      </a:endParaRPr>
                    </a:p>
                  </a:txBody>
                  <a:tcPr anchor="ctr" anchorCtr="0"/>
                </a:tc>
                <a:tc>
                  <a:txBody>
                    <a:bodyPr/>
                    <a:p>
                      <a:pPr algn="ctr">
                        <a:lnSpc>
                          <a:spcPct val="90000"/>
                        </a:lnSpc>
                        <a:buNone/>
                      </a:pPr>
                      <a:r>
                        <a:rPr lang="en-US" altLang="zh-CN" b="1">
                          <a:latin typeface="Times New Roman Regular" panose="02020503050405090304" charset="0"/>
                          <a:ea typeface="楷体" charset="0"/>
                          <a:cs typeface="Times New Roman Regular" panose="02020503050405090304" charset="0"/>
                        </a:rPr>
                        <a:t>R</a:t>
                      </a:r>
                      <a:endParaRPr lang="en-US" altLang="zh-CN" b="1">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1">
                          <a:latin typeface="Times New Roman Regular" panose="02020503050405090304" charset="0"/>
                          <a:ea typeface="楷体" charset="0"/>
                          <a:cs typeface="Times New Roman Regular" panose="02020503050405090304" charset="0"/>
                        </a:rPr>
                        <a:t>G</a:t>
                      </a:r>
                      <a:endParaRPr lang="en-US" altLang="zh-CN" b="1">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1">
                          <a:latin typeface="Times New Roman Regular" panose="02020503050405090304" charset="0"/>
                          <a:ea typeface="楷体" charset="0"/>
                          <a:cs typeface="Times New Roman Regular" panose="02020503050405090304" charset="0"/>
                        </a:rPr>
                        <a:t>B</a:t>
                      </a:r>
                      <a:endParaRPr lang="en-US" altLang="zh-CN" b="1">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zh-CN" altLang="en-US" b="1">
                          <a:latin typeface="Times New Roman Regular" panose="02020503050405090304" charset="0"/>
                          <a:ea typeface="楷体" charset="0"/>
                        </a:rPr>
                        <a:t>字</a:t>
                      </a:r>
                      <a:endParaRPr lang="zh-CN" altLang="en-US" b="1">
                        <a:latin typeface="Times New Roman Regular" panose="02020503050405090304" charset="0"/>
                        <a:ea typeface="楷体" charset="0"/>
                      </a:endParaRPr>
                    </a:p>
                  </a:txBody>
                  <a:tcPr anchor="ctr" anchorCtr="0"/>
                </a:tc>
                <a:tc>
                  <a:txBody>
                    <a:bodyPr/>
                    <a:p>
                      <a:pPr algn="ctr">
                        <a:lnSpc>
                          <a:spcPct val="90000"/>
                        </a:lnSpc>
                        <a:buNone/>
                      </a:pPr>
                      <a:r>
                        <a:rPr lang="en-US" altLang="zh-CN" b="1">
                          <a:latin typeface="Times New Roman Regular" panose="02020503050405090304" charset="0"/>
                          <a:ea typeface="楷体" charset="0"/>
                          <a:cs typeface="Times New Roman Regular" panose="02020503050405090304" charset="0"/>
                        </a:rPr>
                        <a:t>R</a:t>
                      </a:r>
                      <a:endParaRPr lang="en-US" altLang="zh-CN" b="1">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1">
                          <a:latin typeface="Times New Roman Regular" panose="02020503050405090304" charset="0"/>
                          <a:ea typeface="楷体" charset="0"/>
                          <a:cs typeface="Times New Roman Regular" panose="02020503050405090304" charset="0"/>
                        </a:rPr>
                        <a:t>G</a:t>
                      </a:r>
                      <a:endParaRPr lang="en-US" altLang="zh-CN" b="1">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1">
                          <a:latin typeface="Times New Roman Regular" panose="02020503050405090304" charset="0"/>
                          <a:ea typeface="楷体" charset="0"/>
                          <a:cs typeface="Times New Roman Regular" panose="02020503050405090304" charset="0"/>
                        </a:rPr>
                        <a:t>B</a:t>
                      </a:r>
                      <a:endParaRPr lang="en-US" altLang="zh-CN" b="1">
                        <a:latin typeface="Times New Roman Regular" panose="02020503050405090304" charset="0"/>
                        <a:ea typeface="楷体" charset="0"/>
                        <a:cs typeface="Times New Roman Regular" panose="02020503050405090304" charset="0"/>
                      </a:endParaRPr>
                    </a:p>
                  </a:txBody>
                  <a:tcPr anchor="ctr" anchorCtr="0"/>
                </a:tc>
              </a:tr>
              <a:tr h="438150">
                <a:tc>
                  <a:txBody>
                    <a:bodyPr/>
                    <a:p>
                      <a:pPr algn="ctr">
                        <a:lnSpc>
                          <a:spcPct val="90000"/>
                        </a:lnSpc>
                        <a:buNone/>
                      </a:pPr>
                      <a:r>
                        <a:rPr lang="zh-CN" altLang="en-US" b="0">
                          <a:latin typeface="Times New Roman Regular" panose="02020503050405090304" charset="0"/>
                          <a:ea typeface="楷体" charset="0"/>
                        </a:rPr>
                        <a:t>静谧</a:t>
                      </a:r>
                      <a:endParaRPr lang="zh-CN" altLang="en-US" b="0">
                        <a:latin typeface="Times New Roman Regular" panose="02020503050405090304" charset="0"/>
                        <a:ea typeface="楷体" charset="0"/>
                      </a:endParaRPr>
                    </a:p>
                  </a:txBody>
                  <a:tcPr anchor="ctr" anchorCtr="0"/>
                </a:tc>
                <a:tc>
                  <a:txBody>
                    <a:bodyPr/>
                    <a:p>
                      <a:pPr algn="ctr">
                        <a:lnSpc>
                          <a:spcPct val="90000"/>
                        </a:lnSpc>
                        <a:buNone/>
                      </a:pPr>
                      <a:r>
                        <a:rPr lang="zh-CN" altLang="en-US" b="0">
                          <a:latin typeface="Times New Roman Regular" panose="02020503050405090304" charset="0"/>
                          <a:ea typeface="楷体" charset="0"/>
                        </a:rPr>
                        <a:t>深灰</a:t>
                      </a:r>
                      <a:endParaRPr lang="zh-CN" altLang="en-US" b="0">
                        <a:latin typeface="Times New Roman Regular" panose="02020503050405090304" charset="0"/>
                        <a:ea typeface="楷体"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38</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38</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38</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zh-CN" altLang="en-US" b="0">
                          <a:latin typeface="Times New Roman Regular" panose="02020503050405090304" charset="0"/>
                          <a:ea typeface="楷体" charset="0"/>
                        </a:rPr>
                        <a:t>矢车菊蓝</a:t>
                      </a:r>
                      <a:endParaRPr lang="zh-CN" altLang="en-US" b="0">
                        <a:latin typeface="Times New Roman Regular" panose="02020503050405090304" charset="0"/>
                        <a:ea typeface="楷体"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100</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149</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237</a:t>
                      </a:r>
                      <a:endParaRPr lang="en-US" altLang="zh-CN" b="0">
                        <a:latin typeface="Times New Roman Regular" panose="02020503050405090304" charset="0"/>
                        <a:ea typeface="楷体" charset="0"/>
                        <a:cs typeface="Times New Roman Regular" panose="02020503050405090304" charset="0"/>
                      </a:endParaRPr>
                    </a:p>
                  </a:txBody>
                  <a:tcPr anchor="ctr" anchorCtr="0"/>
                </a:tc>
              </a:tr>
              <a:tr h="365760">
                <a:tc>
                  <a:txBody>
                    <a:bodyPr/>
                    <a:p>
                      <a:pPr algn="ctr">
                        <a:lnSpc>
                          <a:spcPct val="90000"/>
                        </a:lnSpc>
                        <a:buNone/>
                      </a:pPr>
                      <a:r>
                        <a:rPr lang="zh-CN" altLang="en-US" b="0">
                          <a:latin typeface="Times New Roman Regular" panose="02020503050405090304" charset="0"/>
                          <a:ea typeface="楷体" charset="0"/>
                        </a:rPr>
                        <a:t>专注</a:t>
                      </a:r>
                      <a:endParaRPr lang="zh-CN" altLang="en-US" b="0">
                        <a:latin typeface="Times New Roman Regular" panose="02020503050405090304" charset="0"/>
                        <a:ea typeface="楷体" charset="0"/>
                      </a:endParaRPr>
                    </a:p>
                  </a:txBody>
                  <a:tcPr anchor="ctr" anchorCtr="0"/>
                </a:tc>
                <a:tc>
                  <a:txBody>
                    <a:bodyPr/>
                    <a:p>
                      <a:pPr algn="ctr">
                        <a:lnSpc>
                          <a:spcPct val="90000"/>
                        </a:lnSpc>
                        <a:buNone/>
                      </a:pPr>
                      <a:r>
                        <a:rPr lang="zh-CN" altLang="en-US" b="0">
                          <a:latin typeface="Times New Roman Regular" panose="02020503050405090304" charset="0"/>
                          <a:ea typeface="楷体" charset="0"/>
                        </a:rPr>
                        <a:t>米黄</a:t>
                      </a:r>
                      <a:endParaRPr lang="zh-CN" altLang="en-US" b="0">
                        <a:latin typeface="Times New Roman Regular" panose="02020503050405090304" charset="0"/>
                        <a:ea typeface="楷体"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255</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239</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200</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zh-CN" altLang="en-US" b="0">
                          <a:latin typeface="Times New Roman Regular" panose="02020503050405090304" charset="0"/>
                          <a:ea typeface="楷体" charset="0"/>
                        </a:rPr>
                        <a:t>深灰</a:t>
                      </a:r>
                      <a:endParaRPr lang="zh-CN" altLang="en-US" b="0">
                        <a:latin typeface="Times New Roman Regular" panose="02020503050405090304" charset="0"/>
                        <a:ea typeface="楷体"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38</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38</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38</a:t>
                      </a:r>
                      <a:endParaRPr lang="en-US" altLang="zh-CN" b="0">
                        <a:latin typeface="Times New Roman Regular" panose="02020503050405090304" charset="0"/>
                        <a:ea typeface="楷体" charset="0"/>
                        <a:cs typeface="Times New Roman Regular" panose="02020503050405090304" charset="0"/>
                      </a:endParaRPr>
                    </a:p>
                  </a:txBody>
                  <a:tcPr anchor="ctr" anchorCtr="0"/>
                </a:tc>
              </a:tr>
              <a:tr h="365760">
                <a:tc>
                  <a:txBody>
                    <a:bodyPr/>
                    <a:p>
                      <a:pPr algn="ctr">
                        <a:lnSpc>
                          <a:spcPct val="90000"/>
                        </a:lnSpc>
                        <a:buNone/>
                      </a:pPr>
                      <a:r>
                        <a:rPr lang="zh-CN" altLang="en-US" b="0">
                          <a:latin typeface="Times New Roman Regular" panose="02020503050405090304" charset="0"/>
                          <a:ea typeface="楷体" charset="0"/>
                        </a:rPr>
                        <a:t>沉思</a:t>
                      </a:r>
                      <a:endParaRPr lang="zh-CN" altLang="en-US" b="0">
                        <a:latin typeface="Times New Roman Regular" panose="02020503050405090304" charset="0"/>
                        <a:ea typeface="楷体" charset="0"/>
                      </a:endParaRPr>
                    </a:p>
                  </a:txBody>
                  <a:tcPr anchor="ctr" anchorCtr="0"/>
                </a:tc>
                <a:tc>
                  <a:txBody>
                    <a:bodyPr/>
                    <a:p>
                      <a:pPr algn="ctr">
                        <a:lnSpc>
                          <a:spcPct val="90000"/>
                        </a:lnSpc>
                        <a:buNone/>
                      </a:pPr>
                      <a:r>
                        <a:rPr lang="zh-CN" altLang="en-US" b="0">
                          <a:latin typeface="Times New Roman Regular" panose="02020503050405090304" charset="0"/>
                          <a:ea typeface="楷体" charset="0"/>
                        </a:rPr>
                        <a:t>深蓝</a:t>
                      </a:r>
                      <a:endParaRPr lang="zh-CN" altLang="en-US" b="0">
                        <a:latin typeface="Times New Roman Regular" panose="02020503050405090304" charset="0"/>
                        <a:ea typeface="楷体"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35</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48</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115</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zh-CN" altLang="en-US" b="0">
                          <a:latin typeface="Times New Roman Regular" panose="02020503050405090304" charset="0"/>
                          <a:ea typeface="楷体" charset="0"/>
                        </a:rPr>
                        <a:t>浅蓝</a:t>
                      </a:r>
                      <a:endParaRPr lang="zh-CN" altLang="en-US" b="0">
                        <a:latin typeface="Times New Roman Regular" panose="02020503050405090304" charset="0"/>
                        <a:ea typeface="楷体"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204</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237</a:t>
                      </a:r>
                      <a:endParaRPr lang="en-US" altLang="zh-CN" b="0">
                        <a:latin typeface="Times New Roman Regular" panose="02020503050405090304" charset="0"/>
                        <a:ea typeface="楷体" charset="0"/>
                        <a:cs typeface="Times New Roman Regular" panose="02020503050405090304" charset="0"/>
                      </a:endParaRPr>
                    </a:p>
                  </a:txBody>
                  <a:tcPr anchor="ctr" anchorCtr="0"/>
                </a:tc>
                <a:tc>
                  <a:txBody>
                    <a:bodyPr/>
                    <a:p>
                      <a:pPr algn="ctr">
                        <a:lnSpc>
                          <a:spcPct val="90000"/>
                        </a:lnSpc>
                        <a:buNone/>
                      </a:pPr>
                      <a:r>
                        <a:rPr lang="en-US" altLang="zh-CN" b="0">
                          <a:latin typeface="Times New Roman Regular" panose="02020503050405090304" charset="0"/>
                          <a:ea typeface="楷体" charset="0"/>
                          <a:cs typeface="Times New Roman Regular" panose="02020503050405090304" charset="0"/>
                        </a:rPr>
                        <a:t>255</a:t>
                      </a:r>
                      <a:endParaRPr lang="en-US" altLang="zh-CN" b="0">
                        <a:latin typeface="Times New Roman Regular" panose="02020503050405090304" charset="0"/>
                        <a:ea typeface="楷体" charset="0"/>
                        <a:cs typeface="Times New Roman Regular" panose="02020503050405090304" charset="0"/>
                      </a:endParaRPr>
                    </a:p>
                  </a:txBody>
                  <a:tcPr anchor="ctr" anchorCtr="0"/>
                </a:tc>
              </a:tr>
            </a:tbl>
          </a:graphicData>
        </a:graphic>
      </p:graphicFrame>
      <p:sp>
        <p:nvSpPr>
          <p:cNvPr id="18" name="文本框 17"/>
          <p:cNvSpPr txBox="1"/>
          <p:nvPr/>
        </p:nvSpPr>
        <p:spPr>
          <a:xfrm>
            <a:off x="0" y="1779270"/>
            <a:ext cx="11389995" cy="3692525"/>
          </a:xfrm>
          <a:prstGeom prst="rect">
            <a:avLst/>
          </a:prstGeom>
          <a:noFill/>
        </p:spPr>
        <p:txBody>
          <a:bodyPr wrap="square" rtlCol="0">
            <a:spAutoFit/>
          </a:bodyPr>
          <a:p>
            <a:r>
              <a:rPr lang="zh-CN" altLang="en-US">
                <a:latin typeface="Times New Roman Regular" panose="02020503050405090304" charset="0"/>
                <a:ea typeface="楷体" charset="0"/>
                <a:cs typeface="Times New Roman Regular" panose="02020503050405090304" charset="0"/>
              </a:rPr>
              <a:t>我希望页面可以选择</a:t>
            </a:r>
            <a:r>
              <a:rPr lang="en-US" altLang="zh-CN">
                <a:latin typeface="Times New Roman Regular" panose="02020503050405090304" charset="0"/>
                <a:ea typeface="楷体" charset="0"/>
                <a:cs typeface="Times New Roman Regular" panose="02020503050405090304" charset="0"/>
              </a:rPr>
              <a:t>3</a:t>
            </a:r>
            <a:r>
              <a:rPr lang="zh-CN" altLang="en-US">
                <a:latin typeface="Times New Roman Regular" panose="02020503050405090304" charset="0"/>
                <a:ea typeface="楷体" charset="0"/>
                <a:cs typeface="Times New Roman Regular" panose="02020503050405090304" charset="0"/>
              </a:rPr>
              <a:t>种配色：</a:t>
            </a:r>
            <a:endParaRPr lang="zh-CN" altLang="en-US">
              <a:latin typeface="Times New Roman Regular" panose="02020503050405090304" charset="0"/>
              <a:ea typeface="楷体" charset="0"/>
              <a:cs typeface="Times New Roman Regular" panose="02020503050405090304" charset="0"/>
            </a:endParaRPr>
          </a:p>
          <a:p>
            <a:r>
              <a:rPr lang="en-US" altLang="zh-CN">
                <a:latin typeface="Times New Roman Regular" panose="02020503050405090304" charset="0"/>
                <a:ea typeface="楷体" charset="0"/>
                <a:cs typeface="Times New Roman Regular" panose="02020503050405090304" charset="0"/>
              </a:rPr>
              <a:t>1. </a:t>
            </a:r>
            <a:r>
              <a:rPr lang="zh-CN" altLang="en-US">
                <a:latin typeface="Times New Roman Regular" panose="02020503050405090304" charset="0"/>
                <a:ea typeface="楷体" charset="0"/>
                <a:cs typeface="Times New Roman Regular" panose="02020503050405090304" charset="0"/>
              </a:rPr>
              <a:t>静谧。底色深灰</a:t>
            </a:r>
            <a:r>
              <a:rPr lang="en-US" altLang="zh-CN">
                <a:latin typeface="Times New Roman Regular" panose="02020503050405090304" charset="0"/>
                <a:ea typeface="楷体" charset="0"/>
                <a:cs typeface="Times New Roman Regular" panose="02020503050405090304" charset="0"/>
              </a:rPr>
              <a:t>(R = 38, G = 38, B = 38)</a:t>
            </a:r>
            <a:r>
              <a:rPr lang="zh-CN" altLang="en-US">
                <a:latin typeface="Times New Roman Regular" panose="02020503050405090304" charset="0"/>
                <a:ea typeface="楷体" charset="0"/>
                <a:cs typeface="Times New Roman Regular" panose="02020503050405090304" charset="0"/>
              </a:rPr>
              <a:t>，字色矢车菊蓝</a:t>
            </a:r>
            <a:r>
              <a:rPr lang="en-US" altLang="zh-CN">
                <a:latin typeface="Times New Roman Regular" panose="02020503050405090304" charset="0"/>
                <a:ea typeface="楷体" charset="0"/>
                <a:cs typeface="Times New Roman Regular" panose="02020503050405090304" charset="0"/>
              </a:rPr>
              <a:t>(R = 100, G = 149, B = 237)</a:t>
            </a:r>
            <a:r>
              <a:rPr lang="zh-CN" altLang="en-US">
                <a:latin typeface="Times New Roman Regular" panose="02020503050405090304" charset="0"/>
                <a:ea typeface="楷体" charset="0"/>
                <a:cs typeface="Times New Roman Regular" panose="02020503050405090304" charset="0"/>
              </a:rPr>
              <a:t>。</a:t>
            </a:r>
            <a:endParaRPr lang="en-US" altLang="zh-CN">
              <a:latin typeface="Times New Roman Regular" panose="02020503050405090304" charset="0"/>
              <a:ea typeface="楷体" charset="0"/>
              <a:cs typeface="Times New Roman Regular" panose="02020503050405090304" charset="0"/>
            </a:endParaRPr>
          </a:p>
          <a:p>
            <a:r>
              <a:rPr lang="en-US" altLang="zh-CN">
                <a:latin typeface="Times New Roman Regular" panose="02020503050405090304" charset="0"/>
                <a:ea typeface="楷体" charset="0"/>
                <a:cs typeface="Times New Roman Regular" panose="02020503050405090304" charset="0"/>
              </a:rPr>
              <a:t>2. </a:t>
            </a:r>
            <a:r>
              <a:rPr lang="zh-CN" altLang="en-US">
                <a:latin typeface="Times New Roman Regular" panose="02020503050405090304" charset="0"/>
                <a:ea typeface="楷体" charset="0"/>
                <a:cs typeface="Times New Roman Regular" panose="02020503050405090304" charset="0"/>
              </a:rPr>
              <a:t>专注。底色米黄</a:t>
            </a:r>
            <a:r>
              <a:rPr lang="en-US" altLang="zh-CN">
                <a:latin typeface="Times New Roman Regular" panose="02020503050405090304" charset="0"/>
                <a:ea typeface="楷体" charset="0"/>
                <a:cs typeface="Times New Roman Regular" panose="02020503050405090304" charset="0"/>
                <a:sym typeface="+mn-ea"/>
              </a:rPr>
              <a:t>(R = 255, G = 239, B = 200)</a:t>
            </a:r>
            <a:r>
              <a:rPr lang="zh-CN" altLang="en-US">
                <a:latin typeface="Times New Roman Regular" panose="02020503050405090304" charset="0"/>
                <a:ea typeface="楷体" charset="0"/>
                <a:cs typeface="Times New Roman Regular" panose="02020503050405090304" charset="0"/>
                <a:sym typeface="+mn-ea"/>
              </a:rPr>
              <a:t>，字色深灰</a:t>
            </a:r>
            <a:r>
              <a:rPr lang="en-US" altLang="zh-CN">
                <a:latin typeface="Times New Roman Regular" panose="02020503050405090304" charset="0"/>
                <a:ea typeface="楷体" charset="0"/>
                <a:cs typeface="Times New Roman Regular" panose="02020503050405090304" charset="0"/>
                <a:sym typeface="+mn-ea"/>
              </a:rPr>
              <a:t>(R = 38, G = 38, B = 38)</a:t>
            </a:r>
            <a:r>
              <a:rPr lang="zh-CN" altLang="en-US">
                <a:latin typeface="Times New Roman Regular" panose="02020503050405090304" charset="0"/>
                <a:ea typeface="楷体" charset="0"/>
                <a:cs typeface="Times New Roman Regular" panose="02020503050405090304" charset="0"/>
                <a:sym typeface="+mn-ea"/>
              </a:rPr>
              <a:t>。</a:t>
            </a:r>
            <a:endParaRPr lang="en-US" altLang="zh-CN">
              <a:latin typeface="Times New Roman Regular" panose="02020503050405090304" charset="0"/>
              <a:ea typeface="楷体" charset="0"/>
              <a:cs typeface="Times New Roman Regular" panose="02020503050405090304" charset="0"/>
            </a:endParaRPr>
          </a:p>
          <a:p>
            <a:r>
              <a:rPr lang="en-US" altLang="zh-CN">
                <a:latin typeface="Times New Roman Regular" panose="02020503050405090304" charset="0"/>
                <a:ea typeface="楷体" charset="0"/>
                <a:cs typeface="Times New Roman Regular" panose="02020503050405090304" charset="0"/>
              </a:rPr>
              <a:t>3. </a:t>
            </a:r>
            <a:r>
              <a:rPr lang="zh-CN" altLang="en-US">
                <a:latin typeface="Times New Roman Regular" panose="02020503050405090304" charset="0"/>
                <a:ea typeface="楷体" charset="0"/>
                <a:cs typeface="Times New Roman Regular" panose="02020503050405090304" charset="0"/>
              </a:rPr>
              <a:t>沉思。底色深蓝</a:t>
            </a:r>
            <a:r>
              <a:rPr lang="en-US" altLang="zh-CN">
                <a:latin typeface="Times New Roman Regular" panose="02020503050405090304" charset="0"/>
                <a:ea typeface="楷体" charset="0"/>
                <a:cs typeface="Times New Roman Regular" panose="02020503050405090304" charset="0"/>
                <a:sym typeface="+mn-ea"/>
              </a:rPr>
              <a:t>(R = 35, G = 48, B = 115)</a:t>
            </a:r>
            <a:r>
              <a:rPr lang="zh-CN" altLang="en-US">
                <a:latin typeface="Times New Roman Regular" panose="02020503050405090304" charset="0"/>
                <a:ea typeface="楷体" charset="0"/>
                <a:cs typeface="Times New Roman Regular" panose="02020503050405090304" charset="0"/>
                <a:sym typeface="+mn-ea"/>
              </a:rPr>
              <a:t>，字色浅蓝</a:t>
            </a:r>
            <a:r>
              <a:rPr lang="en-US" altLang="zh-CN">
                <a:latin typeface="Times New Roman Regular" panose="02020503050405090304" charset="0"/>
                <a:ea typeface="楷体" charset="0"/>
                <a:cs typeface="Times New Roman Regular" panose="02020503050405090304" charset="0"/>
                <a:sym typeface="+mn-ea"/>
              </a:rPr>
              <a:t>(R = 204, G = 237, B = 255)</a:t>
            </a:r>
            <a:r>
              <a:rPr lang="zh-CN" altLang="en-US">
                <a:latin typeface="Times New Roman Regular" panose="02020503050405090304" charset="0"/>
                <a:ea typeface="楷体" charset="0"/>
                <a:cs typeface="Times New Roman Regular" panose="02020503050405090304" charset="0"/>
                <a:sym typeface="+mn-ea"/>
              </a:rPr>
              <a:t>。</a:t>
            </a:r>
            <a:endParaRPr lang="en-US" altLang="zh-CN">
              <a:latin typeface="Times New Roman Regular" panose="02020503050405090304" charset="0"/>
              <a:ea typeface="楷体" charset="0"/>
              <a:cs typeface="Times New Roman Regular" panose="02020503050405090304" charset="0"/>
            </a:endParaRPr>
          </a:p>
          <a:p>
            <a:endParaRPr lang="zh-CN" altLang="en-US">
              <a:latin typeface="Times New Roman Regular" panose="02020503050405090304" charset="0"/>
              <a:ea typeface="楷体" charset="0"/>
              <a:cs typeface="Times New Roman Regular" panose="02020503050405090304" charset="0"/>
            </a:endParaRPr>
          </a:p>
          <a:p>
            <a:r>
              <a:rPr lang="zh-CN" altLang="en-US">
                <a:latin typeface="Times New Roman Regular" panose="02020503050405090304" charset="0"/>
                <a:ea typeface="楷体" charset="0"/>
                <a:cs typeface="Times New Roman Regular" panose="02020503050405090304" charset="0"/>
              </a:rPr>
              <a:t>页面的</a:t>
            </a:r>
            <a:r>
              <a:rPr lang="en-US" altLang="zh-CN">
                <a:latin typeface="Times New Roman Regular" panose="02020503050405090304" charset="0"/>
                <a:ea typeface="楷体" charset="0"/>
                <a:cs typeface="Times New Roman Regular" panose="02020503050405090304" charset="0"/>
              </a:rPr>
              <a:t>default</a:t>
            </a:r>
            <a:r>
              <a:rPr lang="zh-CN" altLang="en-US">
                <a:latin typeface="Times New Roman Regular" panose="02020503050405090304" charset="0"/>
                <a:ea typeface="楷体" charset="0"/>
                <a:cs typeface="Times New Roman Regular" panose="02020503050405090304" charset="0"/>
              </a:rPr>
              <a:t>应该是有细微的纸张纹理的</a:t>
            </a:r>
            <a:r>
              <a:rPr lang="zh-CN" altLang="en-US">
                <a:latin typeface="Times New Roman Regular" panose="02020503050405090304" charset="0"/>
                <a:ea typeface="楷体" charset="0"/>
                <a:cs typeface="Times New Roman Regular" panose="02020503050405090304" charset="0"/>
                <a:sym typeface="+mn-ea"/>
              </a:rPr>
              <a:t>莎草纸</a:t>
            </a:r>
            <a:r>
              <a:rPr lang="en-US" altLang="zh-CN">
                <a:latin typeface="Times New Roman Regular" panose="02020503050405090304" charset="0"/>
                <a:ea typeface="楷体" charset="0"/>
                <a:cs typeface="Times New Roman Regular" panose="02020503050405090304" charset="0"/>
                <a:sym typeface="+mn-ea"/>
              </a:rPr>
              <a:t>/</a:t>
            </a:r>
            <a:r>
              <a:rPr lang="zh-CN" altLang="en-US">
                <a:latin typeface="Times New Roman Regular" panose="02020503050405090304" charset="0"/>
                <a:ea typeface="楷体" charset="0"/>
                <a:cs typeface="Times New Roman Regular" panose="02020503050405090304" charset="0"/>
                <a:sym typeface="+mn-ea"/>
              </a:rPr>
              <a:t>米黄色背景质感。</a:t>
            </a:r>
            <a:endParaRPr lang="zh-CN" altLang="en-US">
              <a:latin typeface="Times New Roman Regular" panose="02020503050405090304" charset="0"/>
              <a:ea typeface="楷体" charset="0"/>
              <a:cs typeface="Times New Roman Regular" panose="02020503050405090304" charset="0"/>
              <a:sym typeface="+mn-ea"/>
            </a:endParaRPr>
          </a:p>
          <a:p>
            <a:r>
              <a:rPr lang="zh-CN" altLang="en-US">
                <a:latin typeface="Times New Roman Regular" panose="02020503050405090304" charset="0"/>
                <a:ea typeface="楷体" charset="0"/>
                <a:cs typeface="Times New Roman Regular" panose="02020503050405090304" charset="0"/>
              </a:rPr>
              <a:t>小票底部</a:t>
            </a:r>
            <a:r>
              <a:rPr lang="zh-CN" altLang="en-US">
                <a:latin typeface="Times New Roman Regular" panose="02020503050405090304" charset="0"/>
                <a:ea typeface="楷体" charset="0"/>
                <a:cs typeface="Times New Roman Regular" panose="02020503050405090304" charset="0"/>
              </a:rPr>
              <a:t>要锯齿边缘，增强收据的真实感。</a:t>
            </a:r>
            <a:endParaRPr lang="zh-CN" altLang="en-US">
              <a:latin typeface="Times New Roman Regular" panose="02020503050405090304" charset="0"/>
              <a:ea typeface="楷体" charset="0"/>
              <a:cs typeface="Times New Roman Regular" panose="02020503050405090304" charset="0"/>
            </a:endParaRPr>
          </a:p>
          <a:p>
            <a:endParaRPr lang="zh-CN" altLang="en-US">
              <a:latin typeface="Times New Roman Regular" panose="02020503050405090304" charset="0"/>
              <a:ea typeface="楷体" charset="0"/>
              <a:cs typeface="Times New Roman Regular" panose="02020503050405090304" charset="0"/>
            </a:endParaRPr>
          </a:p>
          <a:p>
            <a:r>
              <a:rPr lang="zh-CN" altLang="en-US">
                <a:latin typeface="Times New Roman Regular" panose="02020503050405090304" charset="0"/>
                <a:ea typeface="楷体" charset="0"/>
                <a:cs typeface="Times New Roman Regular" panose="02020503050405090304" charset="0"/>
              </a:rPr>
              <a:t>让小票的配色与页面配色相</a:t>
            </a:r>
            <a:r>
              <a:rPr lang="zh-CN" altLang="en-US">
                <a:latin typeface="Times New Roman Regular" panose="02020503050405090304" charset="0"/>
                <a:ea typeface="楷体" charset="0"/>
                <a:cs typeface="Times New Roman Regular" panose="02020503050405090304" charset="0"/>
              </a:rPr>
              <a:t>匹配。</a:t>
            </a:r>
            <a:endParaRPr lang="zh-CN" altLang="en-US">
              <a:latin typeface="Times New Roman Regular" panose="02020503050405090304" charset="0"/>
              <a:ea typeface="楷体" charset="0"/>
              <a:cs typeface="Times New Roman Regular" panose="02020503050405090304" charset="0"/>
            </a:endParaRPr>
          </a:p>
          <a:p>
            <a:r>
              <a:rPr lang="en-US" altLang="zh-CN">
                <a:latin typeface="Times New Roman Regular" panose="02020503050405090304" charset="0"/>
                <a:ea typeface="楷体" charset="0"/>
                <a:cs typeface="Times New Roman Regular" panose="02020503050405090304" charset="0"/>
              </a:rPr>
              <a:t>1. </a:t>
            </a:r>
            <a:r>
              <a:rPr lang="zh-CN" altLang="en-US">
                <a:latin typeface="Times New Roman Regular" panose="02020503050405090304" charset="0"/>
                <a:ea typeface="楷体" charset="0"/>
                <a:cs typeface="Times New Roman Regular" panose="02020503050405090304" charset="0"/>
              </a:rPr>
              <a:t>当页面配色为静谧时，小票的底色改为深蓝</a:t>
            </a:r>
            <a:r>
              <a:rPr lang="en-US" altLang="zh-CN">
                <a:latin typeface="Times New Roman Regular" panose="02020503050405090304" charset="0"/>
                <a:ea typeface="楷体" charset="0"/>
                <a:cs typeface="Times New Roman Regular" panose="02020503050405090304" charset="0"/>
                <a:sym typeface="+mn-ea"/>
              </a:rPr>
              <a:t>(R = 35, G = 48, B = 115)</a:t>
            </a:r>
            <a:r>
              <a:rPr lang="zh-CN" altLang="en-US">
                <a:latin typeface="Times New Roman Regular" panose="02020503050405090304" charset="0"/>
                <a:ea typeface="楷体" charset="0"/>
                <a:cs typeface="Times New Roman Regular" panose="02020503050405090304" charset="0"/>
                <a:sym typeface="+mn-ea"/>
              </a:rPr>
              <a:t>，字色</a:t>
            </a:r>
            <a:r>
              <a:rPr lang="zh-CN" altLang="en-US">
                <a:latin typeface="Times New Roman Regular" panose="02020503050405090304" charset="0"/>
                <a:ea typeface="楷体" charset="0"/>
                <a:cs typeface="Times New Roman Regular" panose="02020503050405090304" charset="0"/>
                <a:sym typeface="+mn-ea"/>
              </a:rPr>
              <a:t>改为浅蓝</a:t>
            </a:r>
            <a:r>
              <a:rPr lang="en-US" altLang="zh-CN">
                <a:latin typeface="Times New Roman Regular" panose="02020503050405090304" charset="0"/>
                <a:ea typeface="楷体" charset="0"/>
                <a:cs typeface="Times New Roman Regular" panose="02020503050405090304" charset="0"/>
                <a:sym typeface="+mn-ea"/>
              </a:rPr>
              <a:t>(R = 204, G = 237, B = 255)</a:t>
            </a:r>
            <a:r>
              <a:rPr lang="zh-CN" altLang="en-US">
                <a:latin typeface="Times New Roman Regular" panose="02020503050405090304" charset="0"/>
                <a:ea typeface="楷体" charset="0"/>
                <a:cs typeface="Times New Roman Regular" panose="02020503050405090304" charset="0"/>
                <a:sym typeface="+mn-ea"/>
              </a:rPr>
              <a:t>。</a:t>
            </a:r>
            <a:endParaRPr lang="zh-CN" altLang="en-US">
              <a:latin typeface="Times New Roman Regular" panose="02020503050405090304" charset="0"/>
              <a:ea typeface="楷体" charset="0"/>
              <a:cs typeface="Times New Roman Regular" panose="02020503050405090304" charset="0"/>
              <a:sym typeface="+mn-ea"/>
            </a:endParaRPr>
          </a:p>
          <a:p>
            <a:r>
              <a:rPr lang="en-US" altLang="zh-CN">
                <a:latin typeface="Times New Roman Regular" panose="02020503050405090304" charset="0"/>
                <a:ea typeface="楷体" charset="0"/>
                <a:cs typeface="Times New Roman Regular" panose="02020503050405090304" charset="0"/>
                <a:sym typeface="+mn-ea"/>
              </a:rPr>
              <a:t>2. </a:t>
            </a:r>
            <a:r>
              <a:rPr lang="zh-CN" altLang="en-US">
                <a:latin typeface="Times New Roman Regular" panose="02020503050405090304" charset="0"/>
                <a:ea typeface="楷体" charset="0"/>
                <a:cs typeface="Times New Roman Regular" panose="02020503050405090304" charset="0"/>
                <a:sym typeface="+mn-ea"/>
              </a:rPr>
              <a:t>当页面配色为专注时，小票的底色为现在的莎草纸</a:t>
            </a:r>
            <a:r>
              <a:rPr lang="en-US" altLang="zh-CN">
                <a:latin typeface="Times New Roman Regular" panose="02020503050405090304" charset="0"/>
                <a:ea typeface="楷体" charset="0"/>
                <a:cs typeface="Times New Roman Regular" panose="02020503050405090304" charset="0"/>
                <a:sym typeface="+mn-ea"/>
              </a:rPr>
              <a:t>/</a:t>
            </a:r>
            <a:r>
              <a:rPr lang="zh-CN" altLang="en-US">
                <a:latin typeface="Times New Roman Regular" panose="02020503050405090304" charset="0"/>
                <a:ea typeface="楷体" charset="0"/>
                <a:cs typeface="Times New Roman Regular" panose="02020503050405090304" charset="0"/>
                <a:sym typeface="+mn-ea"/>
              </a:rPr>
              <a:t>米黄色背景质感，字色也和现在</a:t>
            </a:r>
            <a:r>
              <a:rPr lang="zh-CN" altLang="en-US">
                <a:latin typeface="Times New Roman Regular" panose="02020503050405090304" charset="0"/>
                <a:ea typeface="楷体" charset="0"/>
                <a:cs typeface="Times New Roman Regular" panose="02020503050405090304" charset="0"/>
                <a:sym typeface="+mn-ea"/>
              </a:rPr>
              <a:t>一样，不变。</a:t>
            </a:r>
            <a:endParaRPr lang="zh-CN" altLang="en-US">
              <a:latin typeface="Times New Roman Regular" panose="02020503050405090304" charset="0"/>
              <a:ea typeface="楷体" charset="0"/>
              <a:cs typeface="Times New Roman Regular" panose="02020503050405090304" charset="0"/>
              <a:sym typeface="+mn-ea"/>
            </a:endParaRPr>
          </a:p>
          <a:p>
            <a:r>
              <a:rPr lang="en-US" altLang="zh-CN">
                <a:latin typeface="Times New Roman Regular" panose="02020503050405090304" charset="0"/>
                <a:ea typeface="楷体" charset="0"/>
                <a:cs typeface="Times New Roman Regular" panose="02020503050405090304" charset="0"/>
                <a:sym typeface="+mn-ea"/>
              </a:rPr>
              <a:t>3. </a:t>
            </a:r>
            <a:r>
              <a:rPr lang="zh-CN" altLang="en-US">
                <a:latin typeface="Times New Roman Regular" panose="02020503050405090304" charset="0"/>
                <a:ea typeface="楷体" charset="0"/>
                <a:cs typeface="Times New Roman Regular" panose="02020503050405090304" charset="0"/>
                <a:sym typeface="+mn-ea"/>
              </a:rPr>
              <a:t>当页面配色为沉思时，小票的底色改为</a:t>
            </a:r>
            <a:r>
              <a:rPr lang="zh-CN" altLang="en-US">
                <a:latin typeface="Times New Roman Regular" panose="02020503050405090304" charset="0"/>
                <a:ea typeface="楷体" charset="0"/>
                <a:cs typeface="Times New Roman Regular" panose="02020503050405090304" charset="0"/>
                <a:sym typeface="+mn-ea"/>
              </a:rPr>
              <a:t>矢车菊蓝</a:t>
            </a:r>
            <a:r>
              <a:rPr lang="en-US" altLang="zh-CN">
                <a:latin typeface="Times New Roman Regular" panose="02020503050405090304" charset="0"/>
                <a:ea typeface="楷体" charset="0"/>
                <a:cs typeface="Times New Roman Regular" panose="02020503050405090304" charset="0"/>
                <a:sym typeface="+mn-ea"/>
              </a:rPr>
              <a:t>(R = 100, G = 149, B = 237)</a:t>
            </a:r>
            <a:r>
              <a:rPr lang="zh-CN" altLang="en-US">
                <a:latin typeface="Times New Roman Regular" panose="02020503050405090304" charset="0"/>
                <a:ea typeface="楷体" charset="0"/>
                <a:cs typeface="Times New Roman Regular" panose="02020503050405090304" charset="0"/>
                <a:sym typeface="+mn-ea"/>
              </a:rPr>
              <a:t>，字色改为深蓝</a:t>
            </a:r>
            <a:r>
              <a:rPr lang="en-US" altLang="zh-CN">
                <a:latin typeface="Times New Roman Regular" panose="02020503050405090304" charset="0"/>
                <a:ea typeface="楷体" charset="0"/>
                <a:cs typeface="Times New Roman Regular" panose="02020503050405090304" charset="0"/>
                <a:sym typeface="+mn-ea"/>
              </a:rPr>
              <a:t>(R = 35, G = 48, B = 115)</a:t>
            </a:r>
            <a:r>
              <a:rPr lang="zh-CN" altLang="en-US">
                <a:latin typeface="Times New Roman Regular" panose="02020503050405090304" charset="0"/>
                <a:ea typeface="楷体" charset="0"/>
                <a:cs typeface="Times New Roman Regular" panose="02020503050405090304" charset="0"/>
                <a:sym typeface="+mn-ea"/>
              </a:rPr>
              <a:t>。</a:t>
            </a:r>
            <a:endParaRPr lang="zh-CN" altLang="en-US">
              <a:latin typeface="Times New Roman Regular" panose="02020503050405090304" charset="0"/>
              <a:ea typeface="楷体" charset="0"/>
              <a:cs typeface="Times New Roman Regular" panose="02020503050405090304" charset="0"/>
              <a:sym typeface="+mn-ea"/>
            </a:endParaRPr>
          </a:p>
        </p:txBody>
      </p:sp>
    </p:spTree>
  </p:cSld>
  <p:clrMapOvr>
    <a:masterClrMapping/>
  </p:clrMapOvr>
</p:sld>
</file>

<file path=ppt/tags/tag1.xml><?xml version="1.0" encoding="utf-8"?>
<p:tagLst xmlns:p="http://schemas.openxmlformats.org/presentationml/2006/main">
  <p:tag name="TABLE_ENDDRAG_ORIGIN_RECT" val="960*120"/>
  <p:tag name="TABLE_ENDDRAG_RECT" val="0*0*960*120"/>
</p:tagLst>
</file>

<file path=ppt/theme/theme1.xml><?xml version="1.0" encoding="utf-8"?>
<a:theme xmlns:a="http://schemas.openxmlformats.org/drawingml/2006/main" name="WPS">
  <a:themeElements>
    <a:clrScheme name="WPS">
      <a:dk1>
        <a:sysClr val="windowText" lastClr="000000"/>
      </a:dk1>
      <a:lt1>
        <a:sysClr val="window" lastClr="FFFFFF"/>
      </a:lt1>
      <a:dk2>
        <a:srgbClr val="0F1423"/>
      </a:dk2>
      <a:lt2>
        <a:srgbClr val="FFFFFF"/>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宋体"/>
        <a:cs typeface=""/>
      </a:majorFont>
      <a:minorFont>
        <a:latin typeface="Calibri"/>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2985</Words>
  <Application>WPS 表格</Application>
  <PresentationFormat>宽屏</PresentationFormat>
  <Paragraphs>117</Paragraphs>
  <Slides>5</Slides>
  <Notes>1</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5</vt:i4>
      </vt:variant>
    </vt:vector>
  </HeadingPairs>
  <TitlesOfParts>
    <vt:vector size="27" baseType="lpstr">
      <vt:lpstr>Arial</vt:lpstr>
      <vt:lpstr>宋体</vt:lpstr>
      <vt:lpstr>Wingdings</vt:lpstr>
      <vt:lpstr>Times New Roman Regular</vt:lpstr>
      <vt:lpstr>楷体</vt:lpstr>
      <vt:lpstr>汉仪楷体KW</vt:lpstr>
      <vt:lpstr>微软雅黑</vt:lpstr>
      <vt:lpstr>汉仪旗黑</vt:lpstr>
      <vt:lpstr>宋体</vt:lpstr>
      <vt:lpstr>Arial Unicode MS</vt:lpstr>
      <vt:lpstr>汉仪书宋二KW</vt:lpstr>
      <vt:lpstr>Calibri</vt:lpstr>
      <vt:lpstr>Helvetica Neue</vt:lpstr>
      <vt:lpstr>Chalkduster</vt:lpstr>
      <vt:lpstr>Cochin Regular</vt:lpstr>
      <vt:lpstr>Charter Roman</vt:lpstr>
      <vt:lpstr>Chalkboard SE Regular</vt:lpstr>
      <vt:lpstr>Copperplate Regular</vt:lpstr>
      <vt:lpstr>Courier New Regular</vt:lpstr>
      <vt:lpstr>Courier New Bold</vt:lpstr>
      <vt:lpstr>Courier New</vt:lpstr>
      <vt:lpstr>WPS</vt:lpstr>
      <vt:lpstr>BOOK读书 不可一日不读书</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ZurongFeng</cp:lastModifiedBy>
  <cp:revision>12</cp:revision>
  <dcterms:created xsi:type="dcterms:W3CDTF">2026-05-28T10:06:19Z</dcterms:created>
  <dcterms:modified xsi:type="dcterms:W3CDTF">2026-05-28T10:06:19Z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2052-6.14.0.8924</vt:lpwstr>
  </property>
  <property fmtid="{D5CDD505-2E9C-101B-9397-08002B2CF9AE}" pid="3" name="ICV">
    <vt:lpwstr>F0C41E8D22F2CA8D83AE176A084DADB1_41</vt:lpwstr>
  </property>
</Properties>
</file>